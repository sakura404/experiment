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9"/>
  </p:notesMasterIdLst>
  <p:sldIdLst>
    <p:sldId id="416" r:id="rId2"/>
    <p:sldId id="274" r:id="rId3"/>
    <p:sldId id="275" r:id="rId4"/>
    <p:sldId id="273" r:id="rId5"/>
    <p:sldId id="393" r:id="rId6"/>
    <p:sldId id="414" r:id="rId7"/>
    <p:sldId id="415" r:id="rId8"/>
    <p:sldId id="402" r:id="rId9"/>
    <p:sldId id="403" r:id="rId10"/>
    <p:sldId id="404" r:id="rId11"/>
    <p:sldId id="394" r:id="rId12"/>
    <p:sldId id="398" r:id="rId13"/>
    <p:sldId id="409" r:id="rId14"/>
    <p:sldId id="405" r:id="rId15"/>
    <p:sldId id="406" r:id="rId16"/>
    <p:sldId id="400" r:id="rId17"/>
    <p:sldId id="395" r:id="rId18"/>
    <p:sldId id="410" r:id="rId19"/>
    <p:sldId id="407" r:id="rId20"/>
    <p:sldId id="396" r:id="rId21"/>
    <p:sldId id="408" r:id="rId22"/>
    <p:sldId id="411" r:id="rId23"/>
    <p:sldId id="412" r:id="rId24"/>
    <p:sldId id="413" r:id="rId25"/>
    <p:sldId id="308" r:id="rId26"/>
    <p:sldId id="309" r:id="rId27"/>
    <p:sldId id="417" r:id="rId28"/>
  </p:sldIdLst>
  <p:sldSz cx="9144000" cy="6858000" type="screen4x3"/>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6BA9"/>
    <a:srgbClr val="E9EDF4"/>
    <a:srgbClr val="4BACC6"/>
    <a:srgbClr val="5767B4"/>
    <a:srgbClr val="4F81BD"/>
    <a:srgbClr val="5185BD"/>
    <a:srgbClr val="685DAB"/>
    <a:srgbClr val="8064A2"/>
    <a:srgbClr val="006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21259762883621849"/>
          <c:y val="6.8138576695007141E-2"/>
          <c:w val="0.61861102362204723"/>
          <c:h val="0.76592641554868568"/>
        </c:manualLayout>
      </c:layout>
      <c:doughnutChart>
        <c:varyColors val="1"/>
        <c:ser>
          <c:idx val="0"/>
          <c:order val="0"/>
          <c:tx>
            <c:strRef>
              <c:f>Sheet1!$B$1</c:f>
              <c:strCache>
                <c:ptCount val="1"/>
                <c:pt idx="0">
                  <c:v>销售额</c:v>
                </c:pt>
              </c:strCache>
            </c:strRef>
          </c:tx>
          <c:dPt>
            <c:idx val="0"/>
            <c:bubble3D val="0"/>
          </c:dPt>
          <c:dPt>
            <c:idx val="1"/>
            <c:bubble3D val="0"/>
            <c:spPr>
              <a:solidFill>
                <a:srgbClr val="0070C0"/>
              </a:solidFill>
            </c:spPr>
          </c:dPt>
          <c:dPt>
            <c:idx val="2"/>
            <c:bubble3D val="0"/>
          </c:dPt>
          <c:cat>
            <c:strRef>
              <c:f>Sheet1!$A$2:$A$4</c:f>
              <c:strCache>
                <c:ptCount val="3"/>
                <c:pt idx="0">
                  <c:v>掌握知识</c:v>
                </c:pt>
                <c:pt idx="1">
                  <c:v>理解知识</c:v>
                </c:pt>
                <c:pt idx="2">
                  <c:v>了解知识</c:v>
                </c:pt>
              </c:strCache>
            </c:strRef>
          </c:cat>
          <c:val>
            <c:numRef>
              <c:f>Sheet1!$B$2:$B$4</c:f>
              <c:numCache>
                <c:formatCode>General</c:formatCode>
                <c:ptCount val="3"/>
                <c:pt idx="0">
                  <c:v>3.3333333330000001</c:v>
                </c:pt>
                <c:pt idx="1">
                  <c:v>3.3333333330000001</c:v>
                </c:pt>
                <c:pt idx="2">
                  <c:v>3.3333333330000001</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0D27D6-BD05-4295-AE4F-42501C0DE9AA}" type="doc">
      <dgm:prSet loTypeId="urn:microsoft.com/office/officeart/2005/8/layout/cycle8" loCatId="cycle" qsTypeId="urn:microsoft.com/office/officeart/2005/8/quickstyle/simple1" qsCatId="simple" csTypeId="urn:microsoft.com/office/officeart/2005/8/colors/colorful4" csCatId="colorful" phldr="1"/>
      <dgm:spPr/>
    </dgm:pt>
    <dgm:pt modelId="{768F3D61-29BE-4B1B-A498-FFF9DE49C136}">
      <dgm:prSet phldrT="[文本]" custT="1"/>
      <dgm:spPr/>
      <dgm:t>
        <a:bodyPr/>
        <a:lstStyle/>
        <a:p>
          <a:endParaRPr lang="zh-CN" altLang="en-US" sz="2000" b="1" dirty="0">
            <a:latin typeface="微软雅黑" panose="020B0503020204020204" pitchFamily="34" charset="-122"/>
            <a:ea typeface="微软雅黑" panose="020B0503020204020204" pitchFamily="34" charset="-122"/>
          </a:endParaRPr>
        </a:p>
      </dgm:t>
    </dgm:pt>
    <dgm:pt modelId="{10E02F61-AFAE-4B84-91C9-2319CF3C280D}" type="parTrans" cxnId="{74B9A132-F5CD-4465-8296-9E826B4D7CE8}">
      <dgm:prSet/>
      <dgm:spPr/>
      <dgm:t>
        <a:bodyPr/>
        <a:lstStyle/>
        <a:p>
          <a:endParaRPr lang="zh-CN" altLang="en-US"/>
        </a:p>
      </dgm:t>
    </dgm:pt>
    <dgm:pt modelId="{27F8ECE6-4C5F-4B12-BA5E-E14C2BDEF851}" type="sibTrans" cxnId="{74B9A132-F5CD-4465-8296-9E826B4D7CE8}">
      <dgm:prSet/>
      <dgm:spPr/>
      <dgm:t>
        <a:bodyPr/>
        <a:lstStyle/>
        <a:p>
          <a:endParaRPr lang="zh-CN" altLang="en-US"/>
        </a:p>
      </dgm:t>
    </dgm:pt>
    <dgm:pt modelId="{6A7904E2-7B42-4DC1-880B-D295CB443C92}">
      <dgm:prSet phldrT="[文本]" custT="1"/>
      <dgm:spPr/>
      <dgm:t>
        <a:bodyPr/>
        <a:lstStyle/>
        <a:p>
          <a:endParaRPr lang="zh-CN" altLang="en-US" sz="2400" b="1" dirty="0">
            <a:latin typeface="微软雅黑" panose="020B0503020204020204" pitchFamily="34" charset="-122"/>
            <a:ea typeface="微软雅黑" panose="020B0503020204020204" pitchFamily="34" charset="-122"/>
          </a:endParaRPr>
        </a:p>
      </dgm:t>
    </dgm:pt>
    <dgm:pt modelId="{9E7EF749-FFA5-4A3C-9EE6-7D4C33CE7049}" type="parTrans" cxnId="{0F5655FE-6506-468E-902A-420E1625C159}">
      <dgm:prSet/>
      <dgm:spPr/>
      <dgm:t>
        <a:bodyPr/>
        <a:lstStyle/>
        <a:p>
          <a:endParaRPr lang="zh-CN" altLang="en-US"/>
        </a:p>
      </dgm:t>
    </dgm:pt>
    <dgm:pt modelId="{14431EF7-2BFC-43C0-A09E-F1AA30184002}" type="sibTrans" cxnId="{0F5655FE-6506-468E-902A-420E1625C159}">
      <dgm:prSet/>
      <dgm:spPr/>
      <dgm:t>
        <a:bodyPr/>
        <a:lstStyle/>
        <a:p>
          <a:endParaRPr lang="zh-CN" altLang="en-US"/>
        </a:p>
      </dgm:t>
    </dgm:pt>
    <dgm:pt modelId="{1DCBD10C-BAE4-465E-82D3-3DD8694A4877}">
      <dgm:prSet phldrT="[文本]" custT="1"/>
      <dgm:spPr/>
      <dgm:t>
        <a:bodyPr/>
        <a:lstStyle/>
        <a:p>
          <a:endParaRPr lang="zh-CN" altLang="en-US" sz="2000" b="1" dirty="0">
            <a:latin typeface="微软雅黑" panose="020B0503020204020204" pitchFamily="34" charset="-122"/>
            <a:ea typeface="微软雅黑" panose="020B0503020204020204" pitchFamily="34" charset="-122"/>
          </a:endParaRPr>
        </a:p>
      </dgm:t>
    </dgm:pt>
    <dgm:pt modelId="{779B526F-A109-4498-B661-78A8E254F034}" type="sibTrans" cxnId="{D54EAD4E-E94F-4B65-82F3-AF230616487A}">
      <dgm:prSet/>
      <dgm:spPr/>
      <dgm:t>
        <a:bodyPr/>
        <a:lstStyle/>
        <a:p>
          <a:endParaRPr lang="zh-CN" altLang="en-US"/>
        </a:p>
      </dgm:t>
    </dgm:pt>
    <dgm:pt modelId="{F2661704-BC9F-4E58-9680-4875F777E720}" type="parTrans" cxnId="{D54EAD4E-E94F-4B65-82F3-AF230616487A}">
      <dgm:prSet/>
      <dgm:spPr/>
      <dgm:t>
        <a:bodyPr/>
        <a:lstStyle/>
        <a:p>
          <a:endParaRPr lang="zh-CN" altLang="en-US"/>
        </a:p>
      </dgm:t>
    </dgm:pt>
    <dgm:pt modelId="{5F4D712C-89BD-47C4-B2AC-374CE7A345FD}" type="pres">
      <dgm:prSet presAssocID="{4A0D27D6-BD05-4295-AE4F-42501C0DE9AA}" presName="compositeShape" presStyleCnt="0">
        <dgm:presLayoutVars>
          <dgm:chMax val="7"/>
          <dgm:dir/>
          <dgm:resizeHandles val="exact"/>
        </dgm:presLayoutVars>
      </dgm:prSet>
      <dgm:spPr/>
    </dgm:pt>
    <dgm:pt modelId="{F106C9A0-D27C-440D-8512-23F4582D1141}" type="pres">
      <dgm:prSet presAssocID="{4A0D27D6-BD05-4295-AE4F-42501C0DE9AA}" presName="wedge1" presStyleLbl="node1" presStyleIdx="0" presStyleCnt="3" custLinFactNeighborX="-1222" custLinFactNeighborY="-484"/>
      <dgm:spPr/>
      <dgm:t>
        <a:bodyPr/>
        <a:lstStyle/>
        <a:p>
          <a:endParaRPr lang="zh-CN" altLang="en-US"/>
        </a:p>
      </dgm:t>
    </dgm:pt>
    <dgm:pt modelId="{BC3F0CD0-D0AD-425C-95D7-0FE69A5E60E5}" type="pres">
      <dgm:prSet presAssocID="{4A0D27D6-BD05-4295-AE4F-42501C0DE9AA}" presName="dummy1a" presStyleCnt="0"/>
      <dgm:spPr/>
    </dgm:pt>
    <dgm:pt modelId="{5525F8DB-2891-48FB-B787-E91FEDE67BD2}" type="pres">
      <dgm:prSet presAssocID="{4A0D27D6-BD05-4295-AE4F-42501C0DE9AA}" presName="dummy1b" presStyleCnt="0"/>
      <dgm:spPr/>
    </dgm:pt>
    <dgm:pt modelId="{677DD5A6-F308-4C0A-9D30-8B7BD33382D0}" type="pres">
      <dgm:prSet presAssocID="{4A0D27D6-BD05-4295-AE4F-42501C0DE9AA}" presName="wedge1Tx" presStyleLbl="node1" presStyleIdx="0" presStyleCnt="3">
        <dgm:presLayoutVars>
          <dgm:chMax val="0"/>
          <dgm:chPref val="0"/>
          <dgm:bulletEnabled val="1"/>
        </dgm:presLayoutVars>
      </dgm:prSet>
      <dgm:spPr/>
      <dgm:t>
        <a:bodyPr/>
        <a:lstStyle/>
        <a:p>
          <a:endParaRPr lang="zh-CN" altLang="en-US"/>
        </a:p>
      </dgm:t>
    </dgm:pt>
    <dgm:pt modelId="{6AD1B662-BA3E-4CF6-8923-3B210623D3E9}" type="pres">
      <dgm:prSet presAssocID="{4A0D27D6-BD05-4295-AE4F-42501C0DE9AA}" presName="wedge2" presStyleLbl="node1" presStyleIdx="1" presStyleCnt="3"/>
      <dgm:spPr/>
      <dgm:t>
        <a:bodyPr/>
        <a:lstStyle/>
        <a:p>
          <a:endParaRPr lang="zh-CN" altLang="en-US"/>
        </a:p>
      </dgm:t>
    </dgm:pt>
    <dgm:pt modelId="{CDA0AE36-F330-457C-A6D3-FF5A65E9DF7F}" type="pres">
      <dgm:prSet presAssocID="{4A0D27D6-BD05-4295-AE4F-42501C0DE9AA}" presName="dummy2a" presStyleCnt="0"/>
      <dgm:spPr/>
    </dgm:pt>
    <dgm:pt modelId="{FCFB6C08-6F52-4767-92BE-2F6D327BFB5C}" type="pres">
      <dgm:prSet presAssocID="{4A0D27D6-BD05-4295-AE4F-42501C0DE9AA}" presName="dummy2b" presStyleCnt="0"/>
      <dgm:spPr/>
    </dgm:pt>
    <dgm:pt modelId="{6C739E51-6101-4E90-BB5E-1D59440FA1EC}" type="pres">
      <dgm:prSet presAssocID="{4A0D27D6-BD05-4295-AE4F-42501C0DE9AA}" presName="wedge2Tx" presStyleLbl="node1" presStyleIdx="1" presStyleCnt="3">
        <dgm:presLayoutVars>
          <dgm:chMax val="0"/>
          <dgm:chPref val="0"/>
          <dgm:bulletEnabled val="1"/>
        </dgm:presLayoutVars>
      </dgm:prSet>
      <dgm:spPr/>
      <dgm:t>
        <a:bodyPr/>
        <a:lstStyle/>
        <a:p>
          <a:endParaRPr lang="zh-CN" altLang="en-US"/>
        </a:p>
      </dgm:t>
    </dgm:pt>
    <dgm:pt modelId="{44D9B05C-EE80-432C-8659-6B602A0C1D30}" type="pres">
      <dgm:prSet presAssocID="{4A0D27D6-BD05-4295-AE4F-42501C0DE9AA}" presName="wedge3" presStyleLbl="node1" presStyleIdx="2" presStyleCnt="3"/>
      <dgm:spPr/>
      <dgm:t>
        <a:bodyPr/>
        <a:lstStyle/>
        <a:p>
          <a:endParaRPr lang="zh-CN" altLang="en-US"/>
        </a:p>
      </dgm:t>
    </dgm:pt>
    <dgm:pt modelId="{DD54C888-A7EF-49A0-9231-05260768B74C}" type="pres">
      <dgm:prSet presAssocID="{4A0D27D6-BD05-4295-AE4F-42501C0DE9AA}" presName="dummy3a" presStyleCnt="0"/>
      <dgm:spPr/>
    </dgm:pt>
    <dgm:pt modelId="{2DBFAA65-6EC6-4CFA-8DC5-671E02A666A1}" type="pres">
      <dgm:prSet presAssocID="{4A0D27D6-BD05-4295-AE4F-42501C0DE9AA}" presName="dummy3b" presStyleCnt="0"/>
      <dgm:spPr/>
    </dgm:pt>
    <dgm:pt modelId="{38FEDAFC-96DA-40B9-BBAC-5E7B90232B94}" type="pres">
      <dgm:prSet presAssocID="{4A0D27D6-BD05-4295-AE4F-42501C0DE9AA}" presName="wedge3Tx" presStyleLbl="node1" presStyleIdx="2" presStyleCnt="3">
        <dgm:presLayoutVars>
          <dgm:chMax val="0"/>
          <dgm:chPref val="0"/>
          <dgm:bulletEnabled val="1"/>
        </dgm:presLayoutVars>
      </dgm:prSet>
      <dgm:spPr/>
      <dgm:t>
        <a:bodyPr/>
        <a:lstStyle/>
        <a:p>
          <a:endParaRPr lang="zh-CN" altLang="en-US"/>
        </a:p>
      </dgm:t>
    </dgm:pt>
    <dgm:pt modelId="{7C5C59A2-230D-42C4-B30D-DC4701CCE6BF}" type="pres">
      <dgm:prSet presAssocID="{27F8ECE6-4C5F-4B12-BA5E-E14C2BDEF851}" presName="arrowWedge1" presStyleLbl="fgSibTrans2D1" presStyleIdx="0" presStyleCnt="3" custScaleX="113450" custScaleY="113450"/>
      <dgm:spPr/>
      <dgm:t>
        <a:bodyPr/>
        <a:lstStyle/>
        <a:p>
          <a:endParaRPr lang="zh-CN" altLang="en-US"/>
        </a:p>
      </dgm:t>
    </dgm:pt>
    <dgm:pt modelId="{D6AF5FC2-5FE7-4E07-A8BD-D9A95469A708}" type="pres">
      <dgm:prSet presAssocID="{14431EF7-2BFC-43C0-A09E-F1AA30184002}" presName="arrowWedge2" presStyleLbl="fgSibTrans2D1" presStyleIdx="1" presStyleCnt="3" custScaleX="113450" custScaleY="113450"/>
      <dgm:spPr/>
    </dgm:pt>
    <dgm:pt modelId="{E3288595-0BD1-4D2A-9753-D4A8CDDBEF23}" type="pres">
      <dgm:prSet presAssocID="{779B526F-A109-4498-B661-78A8E254F034}" presName="arrowWedge3" presStyleLbl="fgSibTrans2D1" presStyleIdx="2" presStyleCnt="3" custScaleX="113450" custScaleY="113450"/>
      <dgm:spPr/>
      <dgm:t>
        <a:bodyPr/>
        <a:lstStyle/>
        <a:p>
          <a:endParaRPr lang="zh-CN" altLang="en-US"/>
        </a:p>
      </dgm:t>
    </dgm:pt>
  </dgm:ptLst>
  <dgm:cxnLst>
    <dgm:cxn modelId="{A64BE194-840B-43E7-B2B6-AB4368659B27}" type="presOf" srcId="{1DCBD10C-BAE4-465E-82D3-3DD8694A4877}" destId="{38FEDAFC-96DA-40B9-BBAC-5E7B90232B94}" srcOrd="1" destOrd="0" presId="urn:microsoft.com/office/officeart/2005/8/layout/cycle8"/>
    <dgm:cxn modelId="{2069CFD5-6DEF-42F8-AFA5-9414E61EED84}" type="presOf" srcId="{6A7904E2-7B42-4DC1-880B-D295CB443C92}" destId="{6AD1B662-BA3E-4CF6-8923-3B210623D3E9}" srcOrd="0" destOrd="0" presId="urn:microsoft.com/office/officeart/2005/8/layout/cycle8"/>
    <dgm:cxn modelId="{0F5655FE-6506-468E-902A-420E1625C159}" srcId="{4A0D27D6-BD05-4295-AE4F-42501C0DE9AA}" destId="{6A7904E2-7B42-4DC1-880B-D295CB443C92}" srcOrd="1" destOrd="0" parTransId="{9E7EF749-FFA5-4A3C-9EE6-7D4C33CE7049}" sibTransId="{14431EF7-2BFC-43C0-A09E-F1AA30184002}"/>
    <dgm:cxn modelId="{74B9A132-F5CD-4465-8296-9E826B4D7CE8}" srcId="{4A0D27D6-BD05-4295-AE4F-42501C0DE9AA}" destId="{768F3D61-29BE-4B1B-A498-FFF9DE49C136}" srcOrd="0" destOrd="0" parTransId="{10E02F61-AFAE-4B84-91C9-2319CF3C280D}" sibTransId="{27F8ECE6-4C5F-4B12-BA5E-E14C2BDEF851}"/>
    <dgm:cxn modelId="{15F432FB-4163-4CE0-8D08-109204556324}" type="presOf" srcId="{768F3D61-29BE-4B1B-A498-FFF9DE49C136}" destId="{677DD5A6-F308-4C0A-9D30-8B7BD33382D0}" srcOrd="1" destOrd="0" presId="urn:microsoft.com/office/officeart/2005/8/layout/cycle8"/>
    <dgm:cxn modelId="{8FB2B3CB-6E2B-46BB-B1B2-06655961A839}" type="presOf" srcId="{4A0D27D6-BD05-4295-AE4F-42501C0DE9AA}" destId="{5F4D712C-89BD-47C4-B2AC-374CE7A345FD}" srcOrd="0" destOrd="0" presId="urn:microsoft.com/office/officeart/2005/8/layout/cycle8"/>
    <dgm:cxn modelId="{D54EAD4E-E94F-4B65-82F3-AF230616487A}" srcId="{4A0D27D6-BD05-4295-AE4F-42501C0DE9AA}" destId="{1DCBD10C-BAE4-465E-82D3-3DD8694A4877}" srcOrd="2" destOrd="0" parTransId="{F2661704-BC9F-4E58-9680-4875F777E720}" sibTransId="{779B526F-A109-4498-B661-78A8E254F034}"/>
    <dgm:cxn modelId="{72E8A1C8-D6A7-4311-A459-B0CA4FBC6F7E}" type="presOf" srcId="{768F3D61-29BE-4B1B-A498-FFF9DE49C136}" destId="{F106C9A0-D27C-440D-8512-23F4582D1141}" srcOrd="0" destOrd="0" presId="urn:microsoft.com/office/officeart/2005/8/layout/cycle8"/>
    <dgm:cxn modelId="{70E54106-8B01-41C7-8892-D77689AB3E0F}" type="presOf" srcId="{6A7904E2-7B42-4DC1-880B-D295CB443C92}" destId="{6C739E51-6101-4E90-BB5E-1D59440FA1EC}" srcOrd="1" destOrd="0" presId="urn:microsoft.com/office/officeart/2005/8/layout/cycle8"/>
    <dgm:cxn modelId="{E7D6B8E8-06B8-4D69-B03C-6ACF9E497FDD}" type="presOf" srcId="{1DCBD10C-BAE4-465E-82D3-3DD8694A4877}" destId="{44D9B05C-EE80-432C-8659-6B602A0C1D30}" srcOrd="0" destOrd="0" presId="urn:microsoft.com/office/officeart/2005/8/layout/cycle8"/>
    <dgm:cxn modelId="{D7BEEEB4-9E61-4E4C-BE91-E6E9977A3CE5}" type="presParOf" srcId="{5F4D712C-89BD-47C4-B2AC-374CE7A345FD}" destId="{F106C9A0-D27C-440D-8512-23F4582D1141}" srcOrd="0" destOrd="0" presId="urn:microsoft.com/office/officeart/2005/8/layout/cycle8"/>
    <dgm:cxn modelId="{C4442210-77C7-4BA0-9C0A-74E72F7B5680}" type="presParOf" srcId="{5F4D712C-89BD-47C4-B2AC-374CE7A345FD}" destId="{BC3F0CD0-D0AD-425C-95D7-0FE69A5E60E5}" srcOrd="1" destOrd="0" presId="urn:microsoft.com/office/officeart/2005/8/layout/cycle8"/>
    <dgm:cxn modelId="{3492E5DF-2415-4D27-AB3E-B234BB0F216E}" type="presParOf" srcId="{5F4D712C-89BD-47C4-B2AC-374CE7A345FD}" destId="{5525F8DB-2891-48FB-B787-E91FEDE67BD2}" srcOrd="2" destOrd="0" presId="urn:microsoft.com/office/officeart/2005/8/layout/cycle8"/>
    <dgm:cxn modelId="{F5E9F25D-7CE9-4355-8007-3358681E5084}" type="presParOf" srcId="{5F4D712C-89BD-47C4-B2AC-374CE7A345FD}" destId="{677DD5A6-F308-4C0A-9D30-8B7BD33382D0}" srcOrd="3" destOrd="0" presId="urn:microsoft.com/office/officeart/2005/8/layout/cycle8"/>
    <dgm:cxn modelId="{DBF7DB8A-F8EE-499D-A3ED-5AB8FD9D9CFC}" type="presParOf" srcId="{5F4D712C-89BD-47C4-B2AC-374CE7A345FD}" destId="{6AD1B662-BA3E-4CF6-8923-3B210623D3E9}" srcOrd="4" destOrd="0" presId="urn:microsoft.com/office/officeart/2005/8/layout/cycle8"/>
    <dgm:cxn modelId="{02FCB958-0175-4D02-9096-54D9C5CB5EE4}" type="presParOf" srcId="{5F4D712C-89BD-47C4-B2AC-374CE7A345FD}" destId="{CDA0AE36-F330-457C-A6D3-FF5A65E9DF7F}" srcOrd="5" destOrd="0" presId="urn:microsoft.com/office/officeart/2005/8/layout/cycle8"/>
    <dgm:cxn modelId="{66344483-9C6A-47FA-BFF8-A7D1450199D8}" type="presParOf" srcId="{5F4D712C-89BD-47C4-B2AC-374CE7A345FD}" destId="{FCFB6C08-6F52-4767-92BE-2F6D327BFB5C}" srcOrd="6" destOrd="0" presId="urn:microsoft.com/office/officeart/2005/8/layout/cycle8"/>
    <dgm:cxn modelId="{5662DC26-12B3-4C83-95C5-70EF1024D96A}" type="presParOf" srcId="{5F4D712C-89BD-47C4-B2AC-374CE7A345FD}" destId="{6C739E51-6101-4E90-BB5E-1D59440FA1EC}" srcOrd="7" destOrd="0" presId="urn:microsoft.com/office/officeart/2005/8/layout/cycle8"/>
    <dgm:cxn modelId="{796CE83E-5DE7-4CB3-A60D-30BC9165FC1F}" type="presParOf" srcId="{5F4D712C-89BD-47C4-B2AC-374CE7A345FD}" destId="{44D9B05C-EE80-432C-8659-6B602A0C1D30}" srcOrd="8" destOrd="0" presId="urn:microsoft.com/office/officeart/2005/8/layout/cycle8"/>
    <dgm:cxn modelId="{03742038-8D5C-48B6-9A9F-FD1E165F4DA1}" type="presParOf" srcId="{5F4D712C-89BD-47C4-B2AC-374CE7A345FD}" destId="{DD54C888-A7EF-49A0-9231-05260768B74C}" srcOrd="9" destOrd="0" presId="urn:microsoft.com/office/officeart/2005/8/layout/cycle8"/>
    <dgm:cxn modelId="{5E31CD60-0725-486B-9C7B-C69FE41D963C}" type="presParOf" srcId="{5F4D712C-89BD-47C4-B2AC-374CE7A345FD}" destId="{2DBFAA65-6EC6-4CFA-8DC5-671E02A666A1}" srcOrd="10" destOrd="0" presId="urn:microsoft.com/office/officeart/2005/8/layout/cycle8"/>
    <dgm:cxn modelId="{33C3A339-4233-4B52-AEDE-77F2599C90A8}" type="presParOf" srcId="{5F4D712C-89BD-47C4-B2AC-374CE7A345FD}" destId="{38FEDAFC-96DA-40B9-BBAC-5E7B90232B94}" srcOrd="11" destOrd="0" presId="urn:microsoft.com/office/officeart/2005/8/layout/cycle8"/>
    <dgm:cxn modelId="{5F381752-4301-4261-A202-F3E7B3A86D67}" type="presParOf" srcId="{5F4D712C-89BD-47C4-B2AC-374CE7A345FD}" destId="{7C5C59A2-230D-42C4-B30D-DC4701CCE6BF}" srcOrd="12" destOrd="0" presId="urn:microsoft.com/office/officeart/2005/8/layout/cycle8"/>
    <dgm:cxn modelId="{C05A471D-7F5D-4F2F-9D37-5C3D12E435AF}" type="presParOf" srcId="{5F4D712C-89BD-47C4-B2AC-374CE7A345FD}" destId="{D6AF5FC2-5FE7-4E07-A8BD-D9A95469A708}" srcOrd="13" destOrd="0" presId="urn:microsoft.com/office/officeart/2005/8/layout/cycle8"/>
    <dgm:cxn modelId="{D6B08427-2C0E-4859-B0F4-88FDB22FD0CD}" type="presParOf" srcId="{5F4D712C-89BD-47C4-B2AC-374CE7A345FD}" destId="{E3288595-0BD1-4D2A-9753-D4A8CDDBEF23}"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6C9A0-D27C-440D-8512-23F4582D1141}">
      <dsp:nvSpPr>
        <dsp:cNvPr id="0" name=""/>
        <dsp:cNvSpPr/>
      </dsp:nvSpPr>
      <dsp:spPr>
        <a:xfrm>
          <a:off x="1369711" y="247637"/>
          <a:ext cx="3413760" cy="3413760"/>
        </a:xfrm>
        <a:prstGeom prst="pie">
          <a:avLst>
            <a:gd name="adj1" fmla="val 16200000"/>
            <a:gd name="adj2" fmla="val 18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endParaRPr lang="zh-CN" altLang="en-US" sz="2000" b="1" kern="1200" dirty="0">
            <a:latin typeface="微软雅黑" panose="020B0503020204020204" pitchFamily="34" charset="-122"/>
            <a:ea typeface="微软雅黑" panose="020B0503020204020204" pitchFamily="34" charset="-122"/>
          </a:endParaRPr>
        </a:p>
      </dsp:txBody>
      <dsp:txXfrm>
        <a:off x="3168843" y="971029"/>
        <a:ext cx="1219200" cy="1016000"/>
      </dsp:txXfrm>
    </dsp:sp>
    <dsp:sp modelId="{6AD1B662-BA3E-4CF6-8923-3B210623D3E9}">
      <dsp:nvSpPr>
        <dsp:cNvPr id="0" name=""/>
        <dsp:cNvSpPr/>
      </dsp:nvSpPr>
      <dsp:spPr>
        <a:xfrm>
          <a:off x="1341120" y="386079"/>
          <a:ext cx="3413760" cy="3413760"/>
        </a:xfrm>
        <a:prstGeom prst="pie">
          <a:avLst>
            <a:gd name="adj1" fmla="val 1800000"/>
            <a:gd name="adj2" fmla="val 9000000"/>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endParaRPr lang="zh-CN" altLang="en-US" sz="2400" b="1" kern="1200" dirty="0">
            <a:latin typeface="微软雅黑" panose="020B0503020204020204" pitchFamily="34" charset="-122"/>
            <a:ea typeface="微软雅黑" panose="020B0503020204020204" pitchFamily="34" charset="-122"/>
          </a:endParaRPr>
        </a:p>
      </dsp:txBody>
      <dsp:txXfrm>
        <a:off x="2153920" y="2600960"/>
        <a:ext cx="1828800" cy="894080"/>
      </dsp:txXfrm>
    </dsp:sp>
    <dsp:sp modelId="{44D9B05C-EE80-432C-8659-6B602A0C1D30}">
      <dsp:nvSpPr>
        <dsp:cNvPr id="0" name=""/>
        <dsp:cNvSpPr/>
      </dsp:nvSpPr>
      <dsp:spPr>
        <a:xfrm>
          <a:off x="1270812" y="264159"/>
          <a:ext cx="3413760" cy="3413760"/>
        </a:xfrm>
        <a:prstGeom prst="pie">
          <a:avLst>
            <a:gd name="adj1" fmla="val 9000000"/>
            <a:gd name="adj2" fmla="val 16200000"/>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endParaRPr lang="zh-CN" altLang="en-US" sz="2000" b="1" kern="1200" dirty="0">
            <a:latin typeface="微软雅黑" panose="020B0503020204020204" pitchFamily="34" charset="-122"/>
            <a:ea typeface="微软雅黑" panose="020B0503020204020204" pitchFamily="34" charset="-122"/>
          </a:endParaRPr>
        </a:p>
      </dsp:txBody>
      <dsp:txXfrm>
        <a:off x="1666240" y="987551"/>
        <a:ext cx="1219200" cy="1016000"/>
      </dsp:txXfrm>
    </dsp:sp>
    <dsp:sp modelId="{7C5C59A2-230D-42C4-B30D-DC4701CCE6BF}">
      <dsp:nvSpPr>
        <dsp:cNvPr id="0" name=""/>
        <dsp:cNvSpPr/>
      </dsp:nvSpPr>
      <dsp:spPr>
        <a:xfrm>
          <a:off x="900665" y="-221689"/>
          <a:ext cx="4352413" cy="4352413"/>
        </a:xfrm>
        <a:prstGeom prst="circularArrow">
          <a:avLst>
            <a:gd name="adj1" fmla="val 5085"/>
            <a:gd name="adj2" fmla="val 327528"/>
            <a:gd name="adj3" fmla="val 1472472"/>
            <a:gd name="adj4" fmla="val 16199432"/>
            <a:gd name="adj5" fmla="val 593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6AF5FC2-5FE7-4E07-A8BD-D9A95469A708}">
      <dsp:nvSpPr>
        <dsp:cNvPr id="0" name=""/>
        <dsp:cNvSpPr/>
      </dsp:nvSpPr>
      <dsp:spPr>
        <a:xfrm>
          <a:off x="871793" y="-83462"/>
          <a:ext cx="4352413" cy="4352413"/>
        </a:xfrm>
        <a:prstGeom prst="circularArrow">
          <a:avLst>
            <a:gd name="adj1" fmla="val 5085"/>
            <a:gd name="adj2" fmla="val 327528"/>
            <a:gd name="adj3" fmla="val 8671970"/>
            <a:gd name="adj4" fmla="val 1800502"/>
            <a:gd name="adj5" fmla="val 5932"/>
          </a:avLst>
        </a:prstGeom>
        <a:solidFill>
          <a:schemeClr val="accent4">
            <a:hueOff val="5197846"/>
            <a:satOff val="-23984"/>
            <a:lumOff val="88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3288595-0BD1-4D2A-9753-D4A8CDDBEF23}">
      <dsp:nvSpPr>
        <dsp:cNvPr id="0" name=""/>
        <dsp:cNvSpPr/>
      </dsp:nvSpPr>
      <dsp:spPr>
        <a:xfrm>
          <a:off x="801204" y="-205166"/>
          <a:ext cx="4352413" cy="4352413"/>
        </a:xfrm>
        <a:prstGeom prst="circularArrow">
          <a:avLst>
            <a:gd name="adj1" fmla="val 5085"/>
            <a:gd name="adj2" fmla="val 327528"/>
            <a:gd name="adj3" fmla="val 15873039"/>
            <a:gd name="adj4" fmla="val 9000000"/>
            <a:gd name="adj5" fmla="val 5932"/>
          </a:avLst>
        </a:prstGeom>
        <a:solidFill>
          <a:schemeClr val="accent4">
            <a:hueOff val="10395692"/>
            <a:satOff val="-47968"/>
            <a:lumOff val="1765"/>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3E3A0C-2756-49CA-AE13-410589007B77}" type="datetimeFigureOut">
              <a:rPr lang="zh-CN" altLang="en-US" smtClean="0"/>
              <a:t>2018/1/9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E84784-494E-439C-883F-119A301A5979}" type="slidenum">
              <a:rPr lang="zh-CN" altLang="en-US" smtClean="0"/>
              <a:t>‹#›</a:t>
            </a:fld>
            <a:endParaRPr lang="zh-CN" altLang="en-US"/>
          </a:p>
        </p:txBody>
      </p:sp>
    </p:spTree>
    <p:extLst>
      <p:ext uri="{BB962C8B-B14F-4D97-AF65-F5344CB8AC3E}">
        <p14:creationId xmlns:p14="http://schemas.microsoft.com/office/powerpoint/2010/main" val="4194194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a:t>
            </a:fld>
            <a:endParaRPr lang="zh-CN" altLang="en-US"/>
          </a:p>
        </p:txBody>
      </p:sp>
    </p:spTree>
    <p:extLst>
      <p:ext uri="{BB962C8B-B14F-4D97-AF65-F5344CB8AC3E}">
        <p14:creationId xmlns:p14="http://schemas.microsoft.com/office/powerpoint/2010/main" val="3071864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a:t>
            </a:fld>
            <a:endParaRPr lang="zh-CN" altLang="en-US"/>
          </a:p>
        </p:txBody>
      </p:sp>
    </p:spTree>
    <p:extLst>
      <p:ext uri="{BB962C8B-B14F-4D97-AF65-F5344CB8AC3E}">
        <p14:creationId xmlns:p14="http://schemas.microsoft.com/office/powerpoint/2010/main" val="1608808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3</a:t>
            </a:fld>
            <a:endParaRPr lang="zh-CN" altLang="en-US"/>
          </a:p>
        </p:txBody>
      </p:sp>
    </p:spTree>
    <p:extLst>
      <p:ext uri="{BB962C8B-B14F-4D97-AF65-F5344CB8AC3E}">
        <p14:creationId xmlns:p14="http://schemas.microsoft.com/office/powerpoint/2010/main" val="3873142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4</a:t>
            </a:fld>
            <a:endParaRPr lang="zh-CN" altLang="en-US"/>
          </a:p>
        </p:txBody>
      </p:sp>
    </p:spTree>
    <p:extLst>
      <p:ext uri="{BB962C8B-B14F-4D97-AF65-F5344CB8AC3E}">
        <p14:creationId xmlns:p14="http://schemas.microsoft.com/office/powerpoint/2010/main" val="643482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5</a:t>
            </a:fld>
            <a:endParaRPr lang="zh-CN" altLang="en-US"/>
          </a:p>
        </p:txBody>
      </p:sp>
    </p:spTree>
    <p:extLst>
      <p:ext uri="{BB962C8B-B14F-4D97-AF65-F5344CB8AC3E}">
        <p14:creationId xmlns:p14="http://schemas.microsoft.com/office/powerpoint/2010/main" val="2656003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6</a:t>
            </a:fld>
            <a:endParaRPr lang="zh-CN" altLang="en-US"/>
          </a:p>
        </p:txBody>
      </p:sp>
    </p:spTree>
    <p:extLst>
      <p:ext uri="{BB962C8B-B14F-4D97-AF65-F5344CB8AC3E}">
        <p14:creationId xmlns:p14="http://schemas.microsoft.com/office/powerpoint/2010/main" val="905123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7</a:t>
            </a:fld>
            <a:endParaRPr lang="zh-CN" altLang="en-US"/>
          </a:p>
        </p:txBody>
      </p:sp>
    </p:spTree>
    <p:extLst>
      <p:ext uri="{BB962C8B-B14F-4D97-AF65-F5344CB8AC3E}">
        <p14:creationId xmlns:p14="http://schemas.microsoft.com/office/powerpoint/2010/main" val="709481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8</a:t>
            </a:fld>
            <a:endParaRPr lang="zh-CN" altLang="en-US"/>
          </a:p>
        </p:txBody>
      </p:sp>
    </p:spTree>
    <p:extLst>
      <p:ext uri="{BB962C8B-B14F-4D97-AF65-F5344CB8AC3E}">
        <p14:creationId xmlns:p14="http://schemas.microsoft.com/office/powerpoint/2010/main" val="3773627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9</a:t>
            </a:fld>
            <a:endParaRPr lang="zh-CN" altLang="en-US"/>
          </a:p>
        </p:txBody>
      </p:sp>
    </p:spTree>
    <p:extLst>
      <p:ext uri="{BB962C8B-B14F-4D97-AF65-F5344CB8AC3E}">
        <p14:creationId xmlns:p14="http://schemas.microsoft.com/office/powerpoint/2010/main" val="2436300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10</a:t>
            </a:fld>
            <a:endParaRPr lang="zh-CN" altLang="en-US"/>
          </a:p>
        </p:txBody>
      </p:sp>
    </p:spTree>
    <p:extLst>
      <p:ext uri="{BB962C8B-B14F-4D97-AF65-F5344CB8AC3E}">
        <p14:creationId xmlns:p14="http://schemas.microsoft.com/office/powerpoint/2010/main" val="2637687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11</a:t>
            </a:fld>
            <a:endParaRPr lang="zh-CN" altLang="en-US"/>
          </a:p>
        </p:txBody>
      </p:sp>
    </p:spTree>
    <p:extLst>
      <p:ext uri="{BB962C8B-B14F-4D97-AF65-F5344CB8AC3E}">
        <p14:creationId xmlns:p14="http://schemas.microsoft.com/office/powerpoint/2010/main" val="90522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12</a:t>
            </a:fld>
            <a:endParaRPr lang="zh-CN" altLang="en-US"/>
          </a:p>
        </p:txBody>
      </p:sp>
    </p:spTree>
    <p:extLst>
      <p:ext uri="{BB962C8B-B14F-4D97-AF65-F5344CB8AC3E}">
        <p14:creationId xmlns:p14="http://schemas.microsoft.com/office/powerpoint/2010/main" val="820061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13</a:t>
            </a:fld>
            <a:endParaRPr lang="zh-CN" altLang="en-US"/>
          </a:p>
        </p:txBody>
      </p:sp>
    </p:spTree>
    <p:extLst>
      <p:ext uri="{BB962C8B-B14F-4D97-AF65-F5344CB8AC3E}">
        <p14:creationId xmlns:p14="http://schemas.microsoft.com/office/powerpoint/2010/main" val="1062943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14</a:t>
            </a:fld>
            <a:endParaRPr lang="zh-CN" altLang="en-US"/>
          </a:p>
        </p:txBody>
      </p:sp>
    </p:spTree>
    <p:extLst>
      <p:ext uri="{BB962C8B-B14F-4D97-AF65-F5344CB8AC3E}">
        <p14:creationId xmlns:p14="http://schemas.microsoft.com/office/powerpoint/2010/main" val="437237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15</a:t>
            </a:fld>
            <a:endParaRPr lang="zh-CN" altLang="en-US"/>
          </a:p>
        </p:txBody>
      </p:sp>
    </p:spTree>
    <p:extLst>
      <p:ext uri="{BB962C8B-B14F-4D97-AF65-F5344CB8AC3E}">
        <p14:creationId xmlns:p14="http://schemas.microsoft.com/office/powerpoint/2010/main" val="2033212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16</a:t>
            </a:fld>
            <a:endParaRPr lang="zh-CN" altLang="en-US"/>
          </a:p>
        </p:txBody>
      </p:sp>
    </p:spTree>
    <p:extLst>
      <p:ext uri="{BB962C8B-B14F-4D97-AF65-F5344CB8AC3E}">
        <p14:creationId xmlns:p14="http://schemas.microsoft.com/office/powerpoint/2010/main" val="3487872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17</a:t>
            </a:fld>
            <a:endParaRPr lang="zh-CN" altLang="en-US"/>
          </a:p>
        </p:txBody>
      </p:sp>
    </p:spTree>
    <p:extLst>
      <p:ext uri="{BB962C8B-B14F-4D97-AF65-F5344CB8AC3E}">
        <p14:creationId xmlns:p14="http://schemas.microsoft.com/office/powerpoint/2010/main" val="1175391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18</a:t>
            </a:fld>
            <a:endParaRPr lang="zh-CN" altLang="en-US"/>
          </a:p>
        </p:txBody>
      </p:sp>
    </p:spTree>
    <p:extLst>
      <p:ext uri="{BB962C8B-B14F-4D97-AF65-F5344CB8AC3E}">
        <p14:creationId xmlns:p14="http://schemas.microsoft.com/office/powerpoint/2010/main" val="309173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19</a:t>
            </a:fld>
            <a:endParaRPr lang="zh-CN" altLang="en-US"/>
          </a:p>
        </p:txBody>
      </p:sp>
    </p:spTree>
    <p:extLst>
      <p:ext uri="{BB962C8B-B14F-4D97-AF65-F5344CB8AC3E}">
        <p14:creationId xmlns:p14="http://schemas.microsoft.com/office/powerpoint/2010/main" val="298739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20</a:t>
            </a:fld>
            <a:endParaRPr lang="zh-CN" altLang="en-US"/>
          </a:p>
        </p:txBody>
      </p:sp>
    </p:spTree>
    <p:extLst>
      <p:ext uri="{BB962C8B-B14F-4D97-AF65-F5344CB8AC3E}">
        <p14:creationId xmlns:p14="http://schemas.microsoft.com/office/powerpoint/2010/main" val="1809824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21</a:t>
            </a:fld>
            <a:endParaRPr lang="zh-CN" altLang="en-US"/>
          </a:p>
        </p:txBody>
      </p:sp>
    </p:spTree>
    <p:extLst>
      <p:ext uri="{BB962C8B-B14F-4D97-AF65-F5344CB8AC3E}">
        <p14:creationId xmlns:p14="http://schemas.microsoft.com/office/powerpoint/2010/main" val="25069848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22</a:t>
            </a:fld>
            <a:endParaRPr lang="zh-CN" altLang="en-US"/>
          </a:p>
        </p:txBody>
      </p:sp>
    </p:spTree>
    <p:extLst>
      <p:ext uri="{BB962C8B-B14F-4D97-AF65-F5344CB8AC3E}">
        <p14:creationId xmlns:p14="http://schemas.microsoft.com/office/powerpoint/2010/main" val="8926586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23</a:t>
            </a:fld>
            <a:endParaRPr lang="zh-CN" altLang="en-US"/>
          </a:p>
        </p:txBody>
      </p:sp>
    </p:spTree>
    <p:extLst>
      <p:ext uri="{BB962C8B-B14F-4D97-AF65-F5344CB8AC3E}">
        <p14:creationId xmlns:p14="http://schemas.microsoft.com/office/powerpoint/2010/main" val="29998568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24</a:t>
            </a:fld>
            <a:endParaRPr lang="zh-CN" altLang="en-US"/>
          </a:p>
        </p:txBody>
      </p:sp>
    </p:spTree>
    <p:extLst>
      <p:ext uri="{BB962C8B-B14F-4D97-AF65-F5344CB8AC3E}">
        <p14:creationId xmlns:p14="http://schemas.microsoft.com/office/powerpoint/2010/main" val="38356243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25</a:t>
            </a:fld>
            <a:endParaRPr lang="zh-CN" altLang="en-US"/>
          </a:p>
        </p:txBody>
      </p:sp>
    </p:spTree>
    <p:extLst>
      <p:ext uri="{BB962C8B-B14F-4D97-AF65-F5344CB8AC3E}">
        <p14:creationId xmlns:p14="http://schemas.microsoft.com/office/powerpoint/2010/main" val="1340528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E84784-494E-439C-883F-119A301A5979}" type="slidenum">
              <a:rPr lang="zh-CN" altLang="en-US" smtClean="0"/>
              <a:t>26</a:t>
            </a:fld>
            <a:endParaRPr lang="zh-CN" altLang="en-US"/>
          </a:p>
        </p:txBody>
      </p:sp>
    </p:spTree>
    <p:extLst>
      <p:ext uri="{BB962C8B-B14F-4D97-AF65-F5344CB8AC3E}">
        <p14:creationId xmlns:p14="http://schemas.microsoft.com/office/powerpoint/2010/main" val="2848337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p:sp>
      <p:sp>
        <p:nvSpPr>
          <p:cNvPr id="7171" name="备注占位符 2"/>
          <p:cNvSpPr>
            <a:spLocks noGrp="1"/>
          </p:cNvSpPr>
          <p:nvPr>
            <p:ph type="body" idx="1"/>
          </p:nvPr>
        </p:nvSpPr>
        <p:spPr>
          <a:noFill/>
        </p:spPr>
        <p:txBody>
          <a:bodyPr/>
          <a:lstStyle/>
          <a:p>
            <a:endParaRPr lang="zh-CN" altLang="en-US" smtClean="0"/>
          </a:p>
        </p:txBody>
      </p:sp>
      <p:sp>
        <p:nvSpPr>
          <p:cNvPr id="71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None/>
            </a:pPr>
            <a:fld id="{A3DF5170-8A0D-43AE-A108-EB1D46CE06DD}" type="slidenum">
              <a:rPr lang="zh-CN" altLang="en-US"/>
              <a:pPr eaLnBrk="1" hangingPunct="1">
                <a:buFontTx/>
                <a:buNone/>
              </a:pPr>
              <a:t>27</a:t>
            </a:fld>
            <a:endParaRPr lang="en-US" altLang="zh-CN"/>
          </a:p>
        </p:txBody>
      </p:sp>
    </p:spTree>
    <p:extLst>
      <p:ext uri="{BB962C8B-B14F-4D97-AF65-F5344CB8AC3E}">
        <p14:creationId xmlns:p14="http://schemas.microsoft.com/office/powerpoint/2010/main" val="2121676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0" y="-1"/>
            <a:ext cx="9140780" cy="6858001"/>
          </a:xfrm>
          <a:prstGeom prst="rect">
            <a:avLst/>
          </a:prstGeom>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Tree>
    <p:extLst>
      <p:ext uri="{BB962C8B-B14F-4D97-AF65-F5344CB8AC3E}">
        <p14:creationId xmlns:p14="http://schemas.microsoft.com/office/powerpoint/2010/main" val="177758689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04481615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9"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35620562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11"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8049369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6"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1309332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6106782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2" y="0"/>
            <a:ext cx="9146352" cy="6858000"/>
          </a:xfrm>
          <a:prstGeom prst="rect">
            <a:avLst/>
          </a:prstGeom>
        </p:spPr>
      </p:pic>
    </p:spTree>
    <p:extLst>
      <p:ext uri="{BB962C8B-B14F-4D97-AF65-F5344CB8AC3E}">
        <p14:creationId xmlns:p14="http://schemas.microsoft.com/office/powerpoint/2010/main" val="343894460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0103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7688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4C423-1280-4737-888E-126E3DA98E05}" type="slidenum">
              <a:rPr lang="zh-CN" altLang="en-US" smtClean="0"/>
              <a:t>‹#›</a:t>
            </a:fld>
            <a:endParaRPr lang="zh-CN" altLang="en-US"/>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289063549"/>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52" r:id="rId33"/>
    <p:sldLayoutId id="2147483651" r:id="rId3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12.xml"/><Relationship Id="rId1" Type="http://schemas.openxmlformats.org/officeDocument/2006/relationships/tags" Target="../tags/tag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8.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0.xml"/><Relationship Id="rId1" Type="http://schemas.openxmlformats.org/officeDocument/2006/relationships/vmlDrawing" Target="../drawings/vmlDrawing2.v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6.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9.xml"/><Relationship Id="rId1" Type="http://schemas.openxmlformats.org/officeDocument/2006/relationships/tags" Target="../tags/tag1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1.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4.xml"/><Relationship Id="rId1" Type="http://schemas.openxmlformats.org/officeDocument/2006/relationships/tags" Target="../tags/tag19.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6.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22.xml"/><Relationship Id="rId1" Type="http://schemas.openxmlformats.org/officeDocument/2006/relationships/vmlDrawing" Target="../drawings/vmlDrawing3.vml"/><Relationship Id="rId6" Type="http://schemas.openxmlformats.org/officeDocument/2006/relationships/image" Target="../media/image11.emf"/><Relationship Id="rId5" Type="http://schemas.openxmlformats.org/officeDocument/2006/relationships/oleObject" Target="../embeddings/oleObject3.bin"/><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8.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9.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0.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1.xml"/><Relationship Id="rId1" Type="http://schemas.openxmlformats.org/officeDocument/2006/relationships/tags" Target="../tags/tag26.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2.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352281"/>
            <a:ext cx="8136904" cy="2157681"/>
          </a:xfrm>
        </p:spPr>
        <p:txBody>
          <a:bodyPr/>
          <a:lstStyle/>
          <a:p>
            <a:r>
              <a:rPr lang="en-US" altLang="zh-CN" b="1" dirty="0" smtClean="0"/>
              <a:t>Java Web</a:t>
            </a:r>
            <a:r>
              <a:rPr lang="zh-CN" altLang="en-US" b="1" dirty="0" smtClean="0"/>
              <a:t>程序设计任务教程</a:t>
            </a:r>
            <a:endParaRPr lang="zh-CN" altLang="en-US" b="1" dirty="0"/>
          </a:p>
        </p:txBody>
      </p:sp>
      <p:sp>
        <p:nvSpPr>
          <p:cNvPr id="3" name="副标题 2"/>
          <p:cNvSpPr>
            <a:spLocks noGrp="1"/>
          </p:cNvSpPr>
          <p:nvPr>
            <p:ph type="subTitle" idx="1"/>
          </p:nvPr>
        </p:nvSpPr>
        <p:spPr>
          <a:xfrm>
            <a:off x="1143000" y="3861470"/>
            <a:ext cx="6858000" cy="1655762"/>
          </a:xfrm>
        </p:spPr>
        <p:txBody>
          <a:bodyPr>
            <a:normAutofit/>
          </a:bodyPr>
          <a:lstStyle/>
          <a:p>
            <a:r>
              <a:rPr lang="zh-CN" altLang="en-US" sz="3200" b="1" dirty="0" smtClean="0"/>
              <a:t>第</a:t>
            </a:r>
            <a:r>
              <a:rPr lang="en-US" altLang="zh-CN" sz="3200" b="1" dirty="0" smtClean="0"/>
              <a:t>15</a:t>
            </a:r>
            <a:r>
              <a:rPr lang="zh-CN" altLang="en-US" sz="3200" b="1" dirty="0" smtClean="0"/>
              <a:t>章 传智书城后台程序设计</a:t>
            </a:r>
            <a:endParaRPr lang="zh-CN" altLang="en-US" sz="3200" b="1" dirty="0"/>
          </a:p>
        </p:txBody>
      </p:sp>
      <p:sp>
        <p:nvSpPr>
          <p:cNvPr id="4" name="TextBox 13"/>
          <p:cNvSpPr>
            <a:spLocks noChangeArrowheads="1"/>
          </p:cNvSpPr>
          <p:nvPr/>
        </p:nvSpPr>
        <p:spPr bwMode="auto">
          <a:xfrm>
            <a:off x="5430838" y="5517232"/>
            <a:ext cx="3461642" cy="874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商品管理模块</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订单管理模块</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p:txBody>
      </p:sp>
      <p:sp>
        <p:nvSpPr>
          <p:cNvPr id="5" name="矩形 4"/>
          <p:cNvSpPr/>
          <p:nvPr/>
        </p:nvSpPr>
        <p:spPr>
          <a:xfrm>
            <a:off x="2752725" y="5538788"/>
            <a:ext cx="4572000" cy="923925"/>
          </a:xfrm>
          <a:prstGeom prst="rect">
            <a:avLst/>
          </a:prstGeom>
        </p:spPr>
        <p:txBody>
          <a:bodyPr>
            <a:spAutoFit/>
          </a:bodyPr>
          <a:lstStyle/>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后台主要的功能</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销售榜单模块</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301208"/>
            <a:ext cx="947906" cy="119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810519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eaLnBrk="1" hangingPunct="1">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4"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请简要描述注册功能的设计思路</a:t>
            </a:r>
            <a:r>
              <a:rPr lang="zh-CN" altLang="en-US" sz="2400" smtClean="0"/>
              <a:t>。</a:t>
            </a:r>
            <a:endParaRPr lang="en-US" altLang="zh-CN" sz="2400" dirty="0" smtClean="0"/>
          </a:p>
          <a:p>
            <a:pPr lvl="1">
              <a:lnSpc>
                <a:spcPct val="150000"/>
              </a:lnSpc>
              <a:spcBef>
                <a:spcPct val="20000"/>
              </a:spcBef>
              <a:buFontTx/>
              <a:buChar char="–"/>
            </a:pPr>
            <a:r>
              <a:rPr lang="zh-CN" altLang="en-US" sz="2400">
                <a:solidFill>
                  <a:prstClr val="black"/>
                </a:solidFill>
              </a:rPr>
              <a:t>请简要描述购物车模块的设计思路</a:t>
            </a:r>
            <a:r>
              <a:rPr lang="zh-CN" altLang="en-US" sz="2400" smtClean="0"/>
              <a:t>。</a:t>
            </a:r>
            <a:endParaRPr lang="en-US" altLang="zh-CN" sz="2400" dirty="0" smtClean="0"/>
          </a:p>
        </p:txBody>
      </p:sp>
      <p:sp>
        <p:nvSpPr>
          <p:cNvPr id="5"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作业</a:t>
            </a:r>
            <a:r>
              <a:rPr lang="zh-CN" altLang="en-US" sz="3200" b="1" dirty="0">
                <a:solidFill>
                  <a:srgbClr val="006BA9"/>
                </a:solidFill>
                <a:latin typeface="微软雅黑" pitchFamily="34" charset="-122"/>
                <a:ea typeface="微软雅黑" pitchFamily="34" charset="-122"/>
                <a:sym typeface="宋体" charset="-122"/>
              </a:rPr>
              <a:t>点评</a:t>
            </a:r>
          </a:p>
        </p:txBody>
      </p:sp>
    </p:spTree>
    <p:custDataLst>
      <p:tags r:id="rId1"/>
    </p:custDataLst>
    <p:extLst>
      <p:ext uri="{BB962C8B-B14F-4D97-AF65-F5344CB8AC3E}">
        <p14:creationId xmlns:p14="http://schemas.microsoft.com/office/powerpoint/2010/main" val="2251813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eaLnBrk="1" hangingPunct="1">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传智书城项目后台包含哪些</a:t>
            </a:r>
            <a:r>
              <a:rPr lang="zh-CN" altLang="en-US" sz="2400" smtClean="0">
                <a:solidFill>
                  <a:prstClr val="black"/>
                </a:solidFill>
              </a:rPr>
              <a:t>功能</a:t>
            </a:r>
            <a:r>
              <a:rPr lang="zh-CN" altLang="en-US" sz="2400"/>
              <a:t>？</a:t>
            </a:r>
            <a:endParaRPr lang="en-US" altLang="zh-CN" sz="2400" dirty="0"/>
          </a:p>
          <a:p>
            <a:pPr lvl="1">
              <a:lnSpc>
                <a:spcPct val="150000"/>
              </a:lnSpc>
              <a:spcBef>
                <a:spcPct val="20000"/>
              </a:spcBef>
              <a:buFontTx/>
              <a:buChar char="–"/>
            </a:pPr>
            <a:r>
              <a:rPr lang="zh-CN" altLang="en-US" sz="2400">
                <a:solidFill>
                  <a:prstClr val="black"/>
                </a:solidFill>
              </a:rPr>
              <a:t>如何实现商品管理</a:t>
            </a:r>
            <a:r>
              <a:rPr lang="zh-CN" altLang="en-US" sz="2400" smtClean="0">
                <a:solidFill>
                  <a:prstClr val="black"/>
                </a:solidFill>
              </a:rPr>
              <a:t>模块？</a:t>
            </a:r>
            <a:endParaRPr lang="en-US" altLang="zh-CN" sz="2400" dirty="0"/>
          </a:p>
        </p:txBody>
      </p:sp>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预习</a:t>
            </a:r>
            <a:r>
              <a:rPr lang="zh-CN" altLang="en-US" sz="3200" b="1" dirty="0">
                <a:solidFill>
                  <a:srgbClr val="006BA9"/>
                </a:solidFill>
                <a:latin typeface="微软雅黑" pitchFamily="34" charset="-122"/>
                <a:ea typeface="微软雅黑" pitchFamily="34" charset="-122"/>
                <a:sym typeface="宋体" charset="-122"/>
              </a:rPr>
              <a:t>检查</a:t>
            </a:r>
          </a:p>
        </p:txBody>
      </p:sp>
    </p:spTree>
    <p:custDataLst>
      <p:tags r:id="rId1"/>
    </p:custDataLst>
    <p:extLst>
      <p:ext uri="{BB962C8B-B14F-4D97-AF65-F5344CB8AC3E}">
        <p14:creationId xmlns:p14="http://schemas.microsoft.com/office/powerpoint/2010/main" val="99354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flipH="1" flipV="1">
            <a:off x="298716" y="2194585"/>
            <a:ext cx="3049148" cy="1139825"/>
            <a:chOff x="4901180" y="4225925"/>
            <a:chExt cx="3770833" cy="1209015"/>
          </a:xfrm>
        </p:grpSpPr>
        <p:grpSp>
          <p:nvGrpSpPr>
            <p:cNvPr id="3" name="组合 38"/>
            <p:cNvGrpSpPr>
              <a:grpSpLocks/>
            </p:cNvGrpSpPr>
            <p:nvPr/>
          </p:nvGrpSpPr>
          <p:grpSpPr bwMode="auto">
            <a:xfrm rot="10800000">
              <a:off x="5687902" y="4225925"/>
              <a:ext cx="2669052" cy="686411"/>
              <a:chOff x="934464" y="2318309"/>
              <a:chExt cx="2669329" cy="686148"/>
            </a:xfrm>
          </p:grpSpPr>
          <p:cxnSp>
            <p:nvCxnSpPr>
              <p:cNvPr id="8" name="直接连接符 39"/>
              <p:cNvCxnSpPr>
                <a:cxnSpLocks noChangeShapeType="1"/>
              </p:cNvCxnSpPr>
              <p:nvPr/>
            </p:nvCxnSpPr>
            <p:spPr bwMode="auto">
              <a:xfrm rot="10800000" flipH="1" flipV="1">
                <a:off x="934464" y="2318309"/>
                <a:ext cx="298001" cy="686148"/>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0"/>
              <p:cNvCxnSpPr>
                <a:cxnSpLocks noChangeShapeType="1"/>
              </p:cNvCxnSpPr>
              <p:nvPr/>
            </p:nvCxnSpPr>
            <p:spPr bwMode="auto">
              <a:xfrm rot="10800000" flipH="1" flipV="1">
                <a:off x="1222939" y="3004457"/>
                <a:ext cx="2380854" cy="0"/>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41"/>
            <p:cNvGrpSpPr>
              <a:grpSpLocks/>
            </p:cNvGrpSpPr>
            <p:nvPr/>
          </p:nvGrpSpPr>
          <p:grpSpPr bwMode="auto">
            <a:xfrm flipH="1">
              <a:off x="8082606" y="4880949"/>
              <a:ext cx="589407" cy="553991"/>
              <a:chOff x="1256847" y="3607535"/>
              <a:chExt cx="591076" cy="553298"/>
            </a:xfrm>
          </p:grpSpPr>
          <p:sp>
            <p:nvSpPr>
              <p:cNvPr id="6" name="椭圆 5"/>
              <p:cNvSpPr/>
              <p:nvPr/>
            </p:nvSpPr>
            <p:spPr bwMode="auto">
              <a:xfrm>
                <a:off x="1256847" y="3647898"/>
                <a:ext cx="591076" cy="474256"/>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7" name="TextBox 6"/>
              <p:cNvSpPr txBox="1"/>
              <p:nvPr/>
            </p:nvSpPr>
            <p:spPr>
              <a:xfrm rot="10800000">
                <a:off x="1327723" y="3607535"/>
                <a:ext cx="334694" cy="553298"/>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5" name="矩形 51"/>
            <p:cNvSpPr>
              <a:spLocks noChangeArrowheads="1"/>
            </p:cNvSpPr>
            <p:nvPr/>
          </p:nvSpPr>
          <p:spPr bwMode="auto">
            <a:xfrm rot="10800000">
              <a:off x="4901180" y="4354730"/>
              <a:ext cx="3057600" cy="529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eaLnBrk="1" hangingPunct="1">
                <a:lnSpc>
                  <a:spcPts val="3600"/>
                </a:lnSpc>
              </a:pPr>
              <a:r>
                <a:rPr lang="zh-CN" altLang="en-US" b="1" dirty="0" smtClean="0">
                  <a:solidFill>
                    <a:srgbClr val="006BA9"/>
                  </a:solidFill>
                  <a:latin typeface="+mn-lt"/>
                  <a:ea typeface="微软雅黑" pitchFamily="34" charset="-122"/>
                  <a:sym typeface="宋体" pitchFamily="2" charset="-122"/>
                </a:rPr>
                <a:t>后台的主要功能</a:t>
              </a:r>
              <a:endParaRPr lang="en-US" altLang="zh-CN" b="1" dirty="0">
                <a:solidFill>
                  <a:srgbClr val="006BA9"/>
                </a:solidFill>
                <a:latin typeface="+mn-lt"/>
                <a:ea typeface="微软雅黑" pitchFamily="34" charset="-122"/>
                <a:sym typeface="宋体" pitchFamily="2" charset="-122"/>
              </a:endParaRPr>
            </a:p>
          </p:txBody>
        </p:sp>
      </p:grpSp>
      <p:grpSp>
        <p:nvGrpSpPr>
          <p:cNvPr id="10" name="组合 9"/>
          <p:cNvGrpSpPr>
            <a:grpSpLocks/>
          </p:cNvGrpSpPr>
          <p:nvPr/>
        </p:nvGrpSpPr>
        <p:grpSpPr bwMode="auto">
          <a:xfrm>
            <a:off x="1570070" y="1316729"/>
            <a:ext cx="5245036" cy="4035361"/>
            <a:chOff x="1398367" y="1722062"/>
            <a:chExt cx="5245036" cy="4035172"/>
          </a:xfrm>
        </p:grpSpPr>
        <p:graphicFrame>
          <p:nvGraphicFramePr>
            <p:cNvPr id="36" name="图表 2"/>
            <p:cNvGraphicFramePr>
              <a:graphicFrameLocks/>
            </p:cNvGraphicFramePr>
            <p:nvPr>
              <p:extLst>
                <p:ext uri="{D42A27DB-BD31-4B8C-83A1-F6EECF244321}">
                  <p14:modId xmlns:p14="http://schemas.microsoft.com/office/powerpoint/2010/main" val="222434982"/>
                </p:ext>
              </p:extLst>
            </p:nvPr>
          </p:nvGraphicFramePr>
          <p:xfrm>
            <a:off x="1398367" y="1722062"/>
            <a:ext cx="5245036" cy="403517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bwMode="auto">
            <a:xfrm rot="3586674">
              <a:off x="4661170" y="3033606"/>
              <a:ext cx="1042938" cy="369888"/>
            </a:xfrm>
            <a:prstGeom prst="rect">
              <a:avLst/>
            </a:prstGeom>
            <a:noFill/>
          </p:spPr>
          <p:txBody>
            <a:bodyPr>
              <a:spAutoFit/>
            </a:bodyPr>
            <a:lstStyle/>
            <a:p>
              <a:pPr>
                <a:defRPr/>
              </a:pPr>
              <a:r>
                <a:rPr lang="zh-CN" altLang="en-US" spc="300" dirty="0" smtClean="0">
                  <a:latin typeface="微软雅黑" panose="020B0503020204020204" pitchFamily="34" charset="-122"/>
                  <a:ea typeface="微软雅黑" panose="020B0503020204020204" pitchFamily="34" charset="-122"/>
                </a:rPr>
                <a:t>掌握</a:t>
              </a:r>
              <a:endParaRPr lang="zh-CN" altLang="en-US" spc="300" dirty="0">
                <a:latin typeface="微软雅黑" panose="020B0503020204020204" pitchFamily="34" charset="-122"/>
                <a:ea typeface="微软雅黑" panose="020B0503020204020204" pitchFamily="34" charset="-122"/>
              </a:endParaRPr>
            </a:p>
          </p:txBody>
        </p:sp>
        <p:sp>
          <p:nvSpPr>
            <p:cNvPr id="13" name="TextBox 12"/>
            <p:cNvSpPr txBox="1"/>
            <p:nvPr/>
          </p:nvSpPr>
          <p:spPr bwMode="auto">
            <a:xfrm rot="6997465" flipV="1">
              <a:off x="2748528" y="2675271"/>
              <a:ext cx="1041351" cy="369887"/>
            </a:xfrm>
            <a:prstGeom prst="rect">
              <a:avLst/>
            </a:prstGeom>
            <a:noFill/>
          </p:spPr>
          <p:txBody>
            <a:bodyPr>
              <a:spAutoFit/>
            </a:bodyPr>
            <a:lstStyle/>
            <a:p>
              <a:pPr>
                <a:defRPr/>
              </a:pPr>
              <a:r>
                <a:rPr lang="zh-CN" altLang="en-US" spc="300" dirty="0" smtClean="0">
                  <a:latin typeface="微软雅黑" panose="020B0503020204020204" pitchFamily="34" charset="-122"/>
                  <a:ea typeface="微软雅黑" panose="020B0503020204020204" pitchFamily="34" charset="-122"/>
                </a:rPr>
                <a:t>了解</a:t>
              </a:r>
              <a:endParaRPr lang="zh-CN" altLang="en-US" spc="300" dirty="0">
                <a:latin typeface="微软雅黑" panose="020B0503020204020204" pitchFamily="34" charset="-122"/>
                <a:ea typeface="微软雅黑" panose="020B0503020204020204" pitchFamily="34" charset="-122"/>
              </a:endParaRPr>
            </a:p>
          </p:txBody>
        </p:sp>
        <p:sp>
          <p:nvSpPr>
            <p:cNvPr id="14" name="TextBox 13"/>
            <p:cNvSpPr txBox="1"/>
            <p:nvPr/>
          </p:nvSpPr>
          <p:spPr bwMode="auto">
            <a:xfrm rot="10800000" flipH="1" flipV="1">
              <a:off x="3790945" y="4474016"/>
              <a:ext cx="1041400" cy="368283"/>
            </a:xfrm>
            <a:prstGeom prst="rect">
              <a:avLst/>
            </a:prstGeom>
            <a:noFill/>
          </p:spPr>
          <p:txBody>
            <a:bodyPr>
              <a:spAutoFit/>
            </a:bodyPr>
            <a:lstStyle/>
            <a:p>
              <a:pPr>
                <a:defRPr/>
              </a:pPr>
              <a:r>
                <a:rPr lang="zh-CN" altLang="en-US" spc="300" dirty="0">
                  <a:latin typeface="微软雅黑" panose="020B0503020204020204" pitchFamily="34" charset="-122"/>
                  <a:ea typeface="微软雅黑" panose="020B0503020204020204" pitchFamily="34" charset="-122"/>
                </a:rPr>
                <a:t>熟悉</a:t>
              </a:r>
            </a:p>
          </p:txBody>
        </p:sp>
      </p:grpSp>
      <p:grpSp>
        <p:nvGrpSpPr>
          <p:cNvPr id="15" name="组合 2"/>
          <p:cNvGrpSpPr>
            <a:grpSpLocks/>
          </p:cNvGrpSpPr>
          <p:nvPr/>
        </p:nvGrpSpPr>
        <p:grpSpPr bwMode="auto">
          <a:xfrm>
            <a:off x="3692525" y="2547010"/>
            <a:ext cx="1203325" cy="1201737"/>
            <a:chOff x="3692088" y="2878838"/>
            <a:chExt cx="1203191" cy="1201737"/>
          </a:xfrm>
        </p:grpSpPr>
        <p:sp>
          <p:nvSpPr>
            <p:cNvPr id="16" name="弧形 15"/>
            <p:cNvSpPr/>
            <p:nvPr/>
          </p:nvSpPr>
          <p:spPr bwMode="auto">
            <a:xfrm rot="5400000">
              <a:off x="3692815" y="2878111"/>
              <a:ext cx="1201737" cy="1203191"/>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7" name="弧形 16"/>
            <p:cNvSpPr/>
            <p:nvPr/>
          </p:nvSpPr>
          <p:spPr bwMode="auto">
            <a:xfrm>
              <a:off x="3795265" y="2996313"/>
              <a:ext cx="990490" cy="992187"/>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8" name="弧形 17"/>
            <p:cNvSpPr/>
            <p:nvPr/>
          </p:nvSpPr>
          <p:spPr bwMode="auto">
            <a:xfrm rot="16200000">
              <a:off x="3891251" y="3136849"/>
              <a:ext cx="822325" cy="753978"/>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grpSp>
      <p:grpSp>
        <p:nvGrpSpPr>
          <p:cNvPr id="19" name="组合 18"/>
          <p:cNvGrpSpPr>
            <a:grpSpLocks/>
          </p:cNvGrpSpPr>
          <p:nvPr/>
        </p:nvGrpSpPr>
        <p:grpSpPr bwMode="auto">
          <a:xfrm>
            <a:off x="4604960" y="4682049"/>
            <a:ext cx="3262294" cy="1123215"/>
            <a:chOff x="4241870" y="5106723"/>
            <a:chExt cx="2147771" cy="942278"/>
          </a:xfrm>
        </p:grpSpPr>
        <p:grpSp>
          <p:nvGrpSpPr>
            <p:cNvPr id="20" name="组合 38"/>
            <p:cNvGrpSpPr>
              <a:grpSpLocks/>
            </p:cNvGrpSpPr>
            <p:nvPr/>
          </p:nvGrpSpPr>
          <p:grpSpPr bwMode="auto">
            <a:xfrm rot="5400000" flipV="1">
              <a:off x="4838005" y="4510588"/>
              <a:ext cx="942278" cy="2134547"/>
              <a:chOff x="6453786" y="4116787"/>
              <a:chExt cx="1337402" cy="977733"/>
            </a:xfrm>
          </p:grpSpPr>
          <p:grpSp>
            <p:nvGrpSpPr>
              <p:cNvPr id="22" name="组合 38"/>
              <p:cNvGrpSpPr>
                <a:grpSpLocks/>
              </p:cNvGrpSpPr>
              <p:nvPr/>
            </p:nvGrpSpPr>
            <p:grpSpPr bwMode="auto">
              <a:xfrm rot="10800000">
                <a:off x="6453786" y="4116787"/>
                <a:ext cx="1070796" cy="815236"/>
                <a:chOff x="1766924" y="2298618"/>
                <a:chExt cx="1070903" cy="814920"/>
              </a:xfrm>
            </p:grpSpPr>
            <p:cxnSp>
              <p:nvCxnSpPr>
                <p:cNvPr id="26" name="直接连接符 39"/>
                <p:cNvCxnSpPr>
                  <a:cxnSpLocks noChangeShapeType="1"/>
                </p:cNvCxnSpPr>
                <p:nvPr/>
              </p:nvCxnSpPr>
              <p:spPr bwMode="auto">
                <a:xfrm rot="16200000" flipH="1" flipV="1">
                  <a:off x="1425516" y="2646176"/>
                  <a:ext cx="695116" cy="0"/>
                </a:xfrm>
                <a:prstGeom prst="line">
                  <a:avLst/>
                </a:prstGeom>
                <a:noFill/>
                <a:ln w="28575" algn="ctr">
                  <a:solidFill>
                    <a:srgbClr val="01598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40"/>
                <p:cNvCxnSpPr>
                  <a:cxnSpLocks noChangeShapeType="1"/>
                </p:cNvCxnSpPr>
                <p:nvPr/>
              </p:nvCxnSpPr>
              <p:spPr bwMode="auto">
                <a:xfrm rot="16200000" flipH="1">
                  <a:off x="2244643" y="2520354"/>
                  <a:ext cx="115465" cy="1070903"/>
                </a:xfrm>
                <a:prstGeom prst="line">
                  <a:avLst/>
                </a:prstGeom>
                <a:noFill/>
                <a:ln w="28575" algn="ctr">
                  <a:solidFill>
                    <a:srgbClr val="01598B"/>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组合 41"/>
              <p:cNvGrpSpPr>
                <a:grpSpLocks/>
              </p:cNvGrpSpPr>
              <p:nvPr/>
            </p:nvGrpSpPr>
            <p:grpSpPr bwMode="auto">
              <a:xfrm flipH="1">
                <a:off x="7169302" y="4932018"/>
                <a:ext cx="621886" cy="162502"/>
                <a:chOff x="2140164" y="3658530"/>
                <a:chExt cx="623648" cy="162298"/>
              </a:xfrm>
            </p:grpSpPr>
            <p:sp>
              <p:nvSpPr>
                <p:cNvPr id="24" name="椭圆 23"/>
                <p:cNvSpPr/>
                <p:nvPr/>
              </p:nvSpPr>
              <p:spPr bwMode="auto">
                <a:xfrm rot="5400000">
                  <a:off x="2374843" y="3423851"/>
                  <a:ext cx="151397" cy="620755"/>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25" name="TextBox 24"/>
                <p:cNvSpPr txBox="1"/>
                <p:nvPr/>
              </p:nvSpPr>
              <p:spPr>
                <a:xfrm rot="5400000">
                  <a:off x="2381465" y="3438481"/>
                  <a:ext cx="141050" cy="623644"/>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a:solidFill>
                        <a:schemeClr val="bg1"/>
                      </a:solidFill>
                      <a:latin typeface="Times New Roman" panose="02020603050405020304" pitchFamily="18" charset="0"/>
                      <a:cs typeface="Times New Roman" panose="02020603050405020304" pitchFamily="18" charset="0"/>
                    </a:rPr>
                    <a:t>2</a:t>
                  </a:r>
                  <a:endParaRPr lang="zh-CN"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21" name="矩形 4"/>
            <p:cNvSpPr>
              <a:spLocks noChangeArrowheads="1"/>
            </p:cNvSpPr>
            <p:nvPr/>
          </p:nvSpPr>
          <p:spPr bwMode="auto">
            <a:xfrm>
              <a:off x="4409800" y="5267522"/>
              <a:ext cx="1979841" cy="41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zh-CN" altLang="en-US" b="1" dirty="0" smtClean="0">
                  <a:solidFill>
                    <a:srgbClr val="006BA9"/>
                  </a:solidFill>
                  <a:ea typeface="微软雅黑" pitchFamily="34" charset="-122"/>
                  <a:sym typeface="宋体" charset="-122"/>
                </a:rPr>
                <a:t>销量榜单模块功能的实现</a:t>
              </a:r>
              <a:endParaRPr lang="en-US" altLang="zh-CN" b="1" dirty="0">
                <a:solidFill>
                  <a:srgbClr val="006BA9"/>
                </a:solidFill>
                <a:ea typeface="微软雅黑" pitchFamily="34" charset="-122"/>
                <a:sym typeface="宋体" charset="-122"/>
              </a:endParaRPr>
            </a:p>
          </p:txBody>
        </p:sp>
      </p:grpSp>
      <p:grpSp>
        <p:nvGrpSpPr>
          <p:cNvPr id="28" name="组合 6"/>
          <p:cNvGrpSpPr>
            <a:grpSpLocks/>
          </p:cNvGrpSpPr>
          <p:nvPr/>
        </p:nvGrpSpPr>
        <p:grpSpPr bwMode="auto">
          <a:xfrm>
            <a:off x="5895978" y="1988840"/>
            <a:ext cx="3366812" cy="1105489"/>
            <a:chOff x="5947984" y="1627990"/>
            <a:chExt cx="3369846" cy="1105522"/>
          </a:xfrm>
        </p:grpSpPr>
        <p:sp>
          <p:nvSpPr>
            <p:cNvPr id="29" name="矩形 5"/>
            <p:cNvSpPr>
              <a:spLocks noChangeArrowheads="1"/>
            </p:cNvSpPr>
            <p:nvPr/>
          </p:nvSpPr>
          <p:spPr bwMode="auto">
            <a:xfrm flipH="1">
              <a:off x="5992198" y="1627990"/>
              <a:ext cx="3325632" cy="959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zh-CN" altLang="en-US" b="1" dirty="0" smtClean="0">
                  <a:solidFill>
                    <a:srgbClr val="006BA9"/>
                  </a:solidFill>
                  <a:ea typeface="微软雅黑" pitchFamily="34" charset="-122"/>
                  <a:sym typeface="微软雅黑" pitchFamily="34" charset="-122"/>
                </a:rPr>
                <a:t>商品管理模块和订单</a:t>
              </a:r>
              <a:endParaRPr lang="en-US" altLang="zh-CN" b="1" dirty="0" smtClean="0">
                <a:solidFill>
                  <a:srgbClr val="006BA9"/>
                </a:solidFill>
                <a:ea typeface="微软雅黑" pitchFamily="34" charset="-122"/>
                <a:sym typeface="微软雅黑" pitchFamily="34" charset="-122"/>
              </a:endParaRPr>
            </a:p>
            <a:p>
              <a:pPr marL="457200" indent="-457200">
                <a:lnSpc>
                  <a:spcPts val="3600"/>
                </a:lnSpc>
              </a:pPr>
              <a:r>
                <a:rPr lang="zh-CN" altLang="en-US" b="1" dirty="0" smtClean="0">
                  <a:solidFill>
                    <a:srgbClr val="006BA9"/>
                  </a:solidFill>
                  <a:ea typeface="微软雅黑" pitchFamily="34" charset="-122"/>
                  <a:sym typeface="微软雅黑" pitchFamily="34" charset="-122"/>
                </a:rPr>
                <a:t>管理模块功能的实现</a:t>
              </a:r>
              <a:endParaRPr lang="zh-CN" altLang="en-US" b="1" dirty="0">
                <a:solidFill>
                  <a:srgbClr val="006BA9"/>
                </a:solidFill>
                <a:ea typeface="微软雅黑" pitchFamily="34" charset="-122"/>
                <a:sym typeface="微软雅黑" pitchFamily="34" charset="-122"/>
              </a:endParaRPr>
            </a:p>
          </p:txBody>
        </p:sp>
        <p:grpSp>
          <p:nvGrpSpPr>
            <p:cNvPr id="30" name="组合 16"/>
            <p:cNvGrpSpPr>
              <a:grpSpLocks/>
            </p:cNvGrpSpPr>
            <p:nvPr/>
          </p:nvGrpSpPr>
          <p:grpSpPr bwMode="auto">
            <a:xfrm flipH="1">
              <a:off x="5947984" y="2286831"/>
              <a:ext cx="2585191" cy="446681"/>
              <a:chOff x="1455470" y="2862509"/>
              <a:chExt cx="2703185" cy="446892"/>
            </a:xfrm>
          </p:grpSpPr>
          <p:cxnSp>
            <p:nvCxnSpPr>
              <p:cNvPr id="34" name="直接连接符 7"/>
              <p:cNvCxnSpPr>
                <a:cxnSpLocks noChangeShapeType="1"/>
              </p:cNvCxnSpPr>
              <p:nvPr/>
            </p:nvCxnSpPr>
            <p:spPr bwMode="auto">
              <a:xfrm>
                <a:off x="1455470" y="2862509"/>
                <a:ext cx="255076" cy="446892"/>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10"/>
              <p:cNvCxnSpPr>
                <a:cxnSpLocks noChangeShapeType="1"/>
              </p:cNvCxnSpPr>
              <p:nvPr/>
            </p:nvCxnSpPr>
            <p:spPr bwMode="auto">
              <a:xfrm>
                <a:off x="1714278" y="3309401"/>
                <a:ext cx="2444377" cy="0"/>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组合 15"/>
            <p:cNvGrpSpPr>
              <a:grpSpLocks/>
            </p:cNvGrpSpPr>
            <p:nvPr/>
          </p:nvGrpSpPr>
          <p:grpSpPr bwMode="auto">
            <a:xfrm flipH="1">
              <a:off x="8313653" y="1827378"/>
              <a:ext cx="489391" cy="520715"/>
              <a:chOff x="1857876" y="4069721"/>
              <a:chExt cx="511727" cy="520961"/>
            </a:xfrm>
          </p:grpSpPr>
          <p:sp>
            <p:nvSpPr>
              <p:cNvPr id="32" name="椭圆 31"/>
              <p:cNvSpPr/>
              <p:nvPr/>
            </p:nvSpPr>
            <p:spPr bwMode="auto">
              <a:xfrm>
                <a:off x="1857876" y="4085604"/>
                <a:ext cx="511727" cy="473312"/>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33" name="TextBox 32"/>
              <p:cNvSpPr txBox="1"/>
              <p:nvPr/>
            </p:nvSpPr>
            <p:spPr>
              <a:xfrm>
                <a:off x="1965869" y="4069721"/>
                <a:ext cx="335613" cy="52096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3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学习目标</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336320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p:stCondLst>
                              <p:cond delay="125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75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115616" y="1840178"/>
            <a:ext cx="4680520"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458516"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15.4</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订单管理模块</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458516" y="2723631"/>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15.2</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商品管理模块</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458516" y="3467714"/>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15.3    </a:t>
            </a:r>
            <a:r>
              <a:rPr lang="zh-CN" altLang="en-US" sz="2400" dirty="0" smtClean="0">
                <a:solidFill>
                  <a:srgbClr val="7F7F7F"/>
                </a:solidFill>
                <a:latin typeface="Impact" pitchFamily="34" charset="0"/>
                <a:ea typeface="微软雅黑" pitchFamily="34" charset="-122"/>
              </a:rPr>
              <a:t>销量榜单模块</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p>
        </p:txBody>
      </p:sp>
      <p:sp>
        <p:nvSpPr>
          <p:cNvPr id="12" name="TextBox 6"/>
          <p:cNvSpPr txBox="1"/>
          <p:nvPr/>
        </p:nvSpPr>
        <p:spPr>
          <a:xfrm>
            <a:off x="1458516" y="1979548"/>
            <a:ext cx="3360415" cy="369332"/>
          </a:xfrm>
          <a:prstGeom prst="rect">
            <a:avLst/>
          </a:prstGeom>
          <a:noFill/>
        </p:spPr>
        <p:txBody>
          <a:bodyPr vert="horz" wrap="square" lIns="0" tIns="0" rIns="0" bIns="0" rtlCol="0" anchor="ctr">
            <a:spAutoFit/>
          </a:bodyPr>
          <a:lstStyle/>
          <a:p>
            <a:pPr algn="l"/>
            <a:r>
              <a:rPr lang="en-US" altLang="zh-CN" sz="2400" dirty="0" smtClean="0">
                <a:solidFill>
                  <a:schemeClr val="bg1"/>
                </a:solidFill>
                <a:latin typeface="Impact" pitchFamily="34" charset="0"/>
                <a:ea typeface="微软雅黑" pitchFamily="34" charset="-122"/>
              </a:rPr>
              <a:t>15.1    </a:t>
            </a:r>
            <a:r>
              <a:rPr lang="zh-CN" altLang="en-US" sz="2400" dirty="0" smtClean="0">
                <a:solidFill>
                  <a:schemeClr val="bg1"/>
                </a:solidFill>
                <a:latin typeface="Impact" pitchFamily="34" charset="0"/>
                <a:ea typeface="微软雅黑" pitchFamily="34" charset="-122"/>
              </a:rPr>
              <a:t>后台管理系统概述</a:t>
            </a:r>
            <a:endParaRPr lang="zh-CN" altLang="en-US" sz="2400" dirty="0">
              <a:solidFill>
                <a:schemeClr val="bg1"/>
              </a:solidFill>
              <a:latin typeface="微软雅黑" pitchFamily="34" charset="-122"/>
              <a:ea typeface="微软雅黑" pitchFamily="34" charset="-122"/>
            </a:endParaRP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5128863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395536" y="1052736"/>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000" b="1" kern="0" dirty="0" smtClean="0">
                <a:solidFill>
                  <a:srgbClr val="0070C0"/>
                </a:solidFill>
                <a:latin typeface="Arial"/>
                <a:ea typeface="宋体"/>
              </a:rPr>
              <a:t>后台系统组成部分</a:t>
            </a:r>
            <a:endParaRPr lang="en-US" altLang="zh-CN" sz="2000" b="1" kern="0" dirty="0">
              <a:solidFill>
                <a:srgbClr val="0070C0"/>
              </a:solidFill>
              <a:latin typeface="Arial"/>
              <a:ea typeface="宋体"/>
            </a:endParaRPr>
          </a:p>
        </p:txBody>
      </p:sp>
      <p:graphicFrame>
        <p:nvGraphicFramePr>
          <p:cNvPr id="3" name="图示 2"/>
          <p:cNvGraphicFramePr/>
          <p:nvPr>
            <p:extLst>
              <p:ext uri="{D42A27DB-BD31-4B8C-83A1-F6EECF244321}">
                <p14:modId xmlns:p14="http://schemas.microsoft.com/office/powerpoint/2010/main" val="2762895364"/>
              </p:ext>
            </p:extLst>
          </p:nvPr>
        </p:nvGraphicFramePr>
        <p:xfrm>
          <a:off x="1379537" y="1952873"/>
          <a:ext cx="6096000" cy="406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矩形 1"/>
          <p:cNvSpPr>
            <a:spLocks noChangeArrowheads="1"/>
          </p:cNvSpPr>
          <p:nvPr/>
        </p:nvSpPr>
        <p:spPr bwMode="auto">
          <a:xfrm>
            <a:off x="2843213" y="3262560"/>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bg1"/>
                </a:solidFill>
                <a:latin typeface="微软雅黑" pitchFamily="34" charset="-122"/>
                <a:ea typeface="微软雅黑" pitchFamily="34" charset="-122"/>
              </a:rPr>
              <a:t>页面框架</a:t>
            </a:r>
          </a:p>
        </p:txBody>
      </p:sp>
      <p:sp>
        <p:nvSpPr>
          <p:cNvPr id="5" name="矩形 2"/>
          <p:cNvSpPr>
            <a:spLocks noChangeArrowheads="1"/>
          </p:cNvSpPr>
          <p:nvPr/>
        </p:nvSpPr>
        <p:spPr bwMode="auto">
          <a:xfrm>
            <a:off x="4692650" y="326097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bg1"/>
                </a:solidFill>
                <a:latin typeface="微软雅黑" pitchFamily="34" charset="-122"/>
                <a:ea typeface="微软雅黑" pitchFamily="34" charset="-122"/>
              </a:rPr>
              <a:t>功能模块</a:t>
            </a:r>
          </a:p>
        </p:txBody>
      </p:sp>
      <p:sp>
        <p:nvSpPr>
          <p:cNvPr id="6" name="矩形 3"/>
          <p:cNvSpPr>
            <a:spLocks noChangeArrowheads="1"/>
          </p:cNvSpPr>
          <p:nvPr/>
        </p:nvSpPr>
        <p:spPr bwMode="auto">
          <a:xfrm>
            <a:off x="3676650" y="4707185"/>
            <a:ext cx="1724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chemeClr val="bg1"/>
                </a:solidFill>
                <a:latin typeface="微软雅黑" pitchFamily="34" charset="-122"/>
                <a:ea typeface="微软雅黑" pitchFamily="34" charset="-122"/>
              </a:rPr>
              <a:t>代码的结构</a:t>
            </a:r>
          </a:p>
        </p:txBody>
      </p:sp>
      <p:sp>
        <p:nvSpPr>
          <p:cNvPr id="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后台管理系统概述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0088430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heel(1)">
                                      <p:cBhvr>
                                        <p:cTn id="11" dur="2000"/>
                                        <p:tgtEl>
                                          <p:spTgt spid="3"/>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heel(1)">
                                      <p:cBhvr>
                                        <p:cTn id="17" dur="2000"/>
                                        <p:tgtEl>
                                          <p:spTgt spid="5"/>
                                        </p:tgtEl>
                                      </p:cBhvr>
                                    </p:animEffect>
                                  </p:childTnLst>
                                </p:cTn>
                              </p:par>
                              <p:par>
                                <p:cTn id="18" presetID="21" presetClass="entr" presetSubtype="1"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heel(1)">
                                      <p:cBhvr>
                                        <p:cTn id="2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 grpId="0">
        <p:bldAsOne/>
      </p:bldGraphic>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395536" y="1052736"/>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000" b="1" kern="0" dirty="0" smtClean="0">
                <a:solidFill>
                  <a:srgbClr val="0070C0"/>
                </a:solidFill>
                <a:latin typeface="Arial"/>
                <a:ea typeface="宋体"/>
              </a:rPr>
              <a:t>页面框架图</a:t>
            </a:r>
            <a:endParaRPr lang="en-US" altLang="zh-CN" sz="2000" b="1" kern="0" dirty="0">
              <a:solidFill>
                <a:srgbClr val="0070C0"/>
              </a:solidFill>
              <a:latin typeface="Arial"/>
              <a:ea typeface="宋体"/>
            </a:endParaRPr>
          </a:p>
        </p:txBody>
      </p:sp>
      <p:graphicFrame>
        <p:nvGraphicFramePr>
          <p:cNvPr id="3" name="对象 9"/>
          <p:cNvGraphicFramePr>
            <a:graphicFrameLocks noChangeAspect="1"/>
          </p:cNvGraphicFramePr>
          <p:nvPr>
            <p:extLst>
              <p:ext uri="{D42A27DB-BD31-4B8C-83A1-F6EECF244321}">
                <p14:modId xmlns:p14="http://schemas.microsoft.com/office/powerpoint/2010/main" val="722845341"/>
              </p:ext>
            </p:extLst>
          </p:nvPr>
        </p:nvGraphicFramePr>
        <p:xfrm>
          <a:off x="1656904" y="1998315"/>
          <a:ext cx="5645150" cy="3590925"/>
        </p:xfrm>
        <a:graphic>
          <a:graphicData uri="http://schemas.openxmlformats.org/presentationml/2006/ole">
            <mc:AlternateContent xmlns:mc="http://schemas.openxmlformats.org/markup-compatibility/2006">
              <mc:Choice xmlns:v="urn:schemas-microsoft-com:vml" Requires="v">
                <p:oleObj spid="_x0000_s19484" name="Visio" r:id="rId5" imgW="6641190" imgH="4229100" progId="Visio.Drawing.11">
                  <p:embed/>
                </p:oleObj>
              </mc:Choice>
              <mc:Fallback>
                <p:oleObj name="Visio" r:id="rId5" imgW="6641190" imgH="422910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6904" y="1998315"/>
                        <a:ext cx="564515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20"/>
          <p:cNvSpPr>
            <a:spLocks noChangeArrowheads="1"/>
          </p:cNvSpPr>
          <p:nvPr/>
        </p:nvSpPr>
        <p:spPr bwMode="auto">
          <a:xfrm>
            <a:off x="7846567" y="2149127"/>
            <a:ext cx="1106487" cy="369888"/>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a:latin typeface="黑体" pitchFamily="49" charset="-122"/>
                <a:ea typeface="黑体" pitchFamily="49" charset="-122"/>
              </a:rPr>
              <a:t>顶部页面</a:t>
            </a:r>
          </a:p>
        </p:txBody>
      </p:sp>
      <p:cxnSp>
        <p:nvCxnSpPr>
          <p:cNvPr id="5" name="直接箭头连接符 22"/>
          <p:cNvCxnSpPr>
            <a:cxnSpLocks noChangeShapeType="1"/>
          </p:cNvCxnSpPr>
          <p:nvPr/>
        </p:nvCxnSpPr>
        <p:spPr bwMode="auto">
          <a:xfrm flipH="1">
            <a:off x="7300467" y="2334865"/>
            <a:ext cx="515937" cy="0"/>
          </a:xfrm>
          <a:prstGeom prst="straightConnector1">
            <a:avLst/>
          </a:prstGeom>
          <a:noFill/>
          <a:ln w="28575" algn="ctr">
            <a:solidFill>
              <a:srgbClr val="007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矩形 28"/>
          <p:cNvSpPr>
            <a:spLocks noChangeArrowheads="1"/>
          </p:cNvSpPr>
          <p:nvPr/>
        </p:nvSpPr>
        <p:spPr bwMode="auto">
          <a:xfrm>
            <a:off x="7827517" y="5197127"/>
            <a:ext cx="1106487" cy="369888"/>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a:latin typeface="黑体" pitchFamily="49" charset="-122"/>
                <a:ea typeface="黑体" pitchFamily="49" charset="-122"/>
              </a:rPr>
              <a:t>底部页面</a:t>
            </a:r>
          </a:p>
        </p:txBody>
      </p:sp>
      <p:cxnSp>
        <p:nvCxnSpPr>
          <p:cNvPr id="7" name="直接箭头连接符 29"/>
          <p:cNvCxnSpPr>
            <a:cxnSpLocks noChangeShapeType="1"/>
          </p:cNvCxnSpPr>
          <p:nvPr/>
        </p:nvCxnSpPr>
        <p:spPr bwMode="auto">
          <a:xfrm flipH="1">
            <a:off x="7281417" y="5382865"/>
            <a:ext cx="515937" cy="0"/>
          </a:xfrm>
          <a:prstGeom prst="straightConnector1">
            <a:avLst/>
          </a:prstGeom>
          <a:noFill/>
          <a:ln w="28575" algn="ctr">
            <a:solidFill>
              <a:srgbClr val="007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32"/>
          <p:cNvSpPr>
            <a:spLocks noChangeArrowheads="1"/>
          </p:cNvSpPr>
          <p:nvPr/>
        </p:nvSpPr>
        <p:spPr bwMode="auto">
          <a:xfrm>
            <a:off x="107504" y="3800127"/>
            <a:ext cx="1108075" cy="368300"/>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a:latin typeface="黑体" pitchFamily="49" charset="-122"/>
                <a:ea typeface="黑体" pitchFamily="49" charset="-122"/>
              </a:rPr>
              <a:t>左边页面</a:t>
            </a:r>
          </a:p>
        </p:txBody>
      </p:sp>
      <p:cxnSp>
        <p:nvCxnSpPr>
          <p:cNvPr id="9" name="直接箭头连接符 33"/>
          <p:cNvCxnSpPr>
            <a:cxnSpLocks noChangeShapeType="1"/>
          </p:cNvCxnSpPr>
          <p:nvPr/>
        </p:nvCxnSpPr>
        <p:spPr bwMode="auto">
          <a:xfrm>
            <a:off x="1215579" y="3984277"/>
            <a:ext cx="442913" cy="0"/>
          </a:xfrm>
          <a:prstGeom prst="straightConnector1">
            <a:avLst/>
          </a:prstGeom>
          <a:noFill/>
          <a:ln w="28575" algn="ctr">
            <a:solidFill>
              <a:srgbClr val="007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35"/>
          <p:cNvSpPr>
            <a:spLocks noChangeArrowheads="1"/>
          </p:cNvSpPr>
          <p:nvPr/>
        </p:nvSpPr>
        <p:spPr bwMode="auto">
          <a:xfrm>
            <a:off x="7846567" y="3635027"/>
            <a:ext cx="1106487" cy="369888"/>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r>
              <a:rPr lang="zh-CN" altLang="en-US">
                <a:latin typeface="黑体" pitchFamily="49" charset="-122"/>
                <a:ea typeface="黑体" pitchFamily="49" charset="-122"/>
              </a:rPr>
              <a:t>欢迎页面</a:t>
            </a:r>
          </a:p>
        </p:txBody>
      </p:sp>
      <p:cxnSp>
        <p:nvCxnSpPr>
          <p:cNvPr id="11" name="直接箭头连接符 36"/>
          <p:cNvCxnSpPr>
            <a:cxnSpLocks noChangeShapeType="1"/>
          </p:cNvCxnSpPr>
          <p:nvPr/>
        </p:nvCxnSpPr>
        <p:spPr bwMode="auto">
          <a:xfrm flipH="1">
            <a:off x="7300467" y="3820765"/>
            <a:ext cx="515937" cy="0"/>
          </a:xfrm>
          <a:prstGeom prst="straightConnector1">
            <a:avLst/>
          </a:prstGeom>
          <a:noFill/>
          <a:ln w="28575" algn="ctr">
            <a:solidFill>
              <a:srgbClr val="007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后台管理系统概述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2"/>
    </p:custDataLst>
    <p:extLst>
      <p:ext uri="{BB962C8B-B14F-4D97-AF65-F5344CB8AC3E}">
        <p14:creationId xmlns:p14="http://schemas.microsoft.com/office/powerpoint/2010/main" val="866694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par>
                                <p:cTn id="16" presetID="22" presetClass="entr" presetSubtype="8"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right)">
                                      <p:cBhvr>
                                        <p:cTn id="21" dur="500"/>
                                        <p:tgtEl>
                                          <p:spTgt spid="4"/>
                                        </p:tgtEl>
                                      </p:cBhvr>
                                    </p:animEffect>
                                  </p:childTnLst>
                                </p:cTn>
                              </p:par>
                              <p:par>
                                <p:cTn id="22" presetID="22" presetClass="entr" presetSubtype="2"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right)">
                                      <p:cBhvr>
                                        <p:cTn id="24" dur="500"/>
                                        <p:tgtEl>
                                          <p:spTgt spid="5"/>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right)">
                                      <p:cBhvr>
                                        <p:cTn id="27" dur="500"/>
                                        <p:tgtEl>
                                          <p:spTgt spid="6"/>
                                        </p:tgtEl>
                                      </p:cBhvr>
                                    </p:animEffect>
                                  </p:childTnLst>
                                </p:cTn>
                              </p:par>
                              <p:par>
                                <p:cTn id="28" presetID="22" presetClass="entr" presetSubtype="2"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right)">
                                      <p:cBhvr>
                                        <p:cTn id="30" dur="500"/>
                                        <p:tgtEl>
                                          <p:spTgt spid="7"/>
                                        </p:tgtEl>
                                      </p:cBhvr>
                                    </p:animEffect>
                                  </p:childTnLst>
                                </p:cTn>
                              </p:par>
                              <p:par>
                                <p:cTn id="31" presetID="22" presetClass="entr" presetSubtype="2"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right)">
                                      <p:cBhvr>
                                        <p:cTn id="33" dur="500"/>
                                        <p:tgtEl>
                                          <p:spTgt spid="10"/>
                                        </p:tgtEl>
                                      </p:cBhvr>
                                    </p:animEffect>
                                  </p:childTnLst>
                                </p:cTn>
                              </p:par>
                              <p:par>
                                <p:cTn id="34" presetID="22" presetClass="entr" presetSubtype="2"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right)">
                                      <p:cBhvr>
                                        <p:cTn id="3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395536" y="1052736"/>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000" b="1" kern="0" dirty="0" smtClean="0">
                <a:solidFill>
                  <a:srgbClr val="0070C0"/>
                </a:solidFill>
                <a:latin typeface="Arial"/>
                <a:ea typeface="宋体"/>
              </a:rPr>
              <a:t>后台</a:t>
            </a:r>
            <a:r>
              <a:rPr lang="zh-CN" altLang="en-US" sz="2000" b="1" kern="0" dirty="0">
                <a:solidFill>
                  <a:srgbClr val="0070C0"/>
                </a:solidFill>
                <a:latin typeface="Arial"/>
                <a:ea typeface="宋体"/>
              </a:rPr>
              <a:t>系统的功能模块</a:t>
            </a:r>
            <a:r>
              <a:rPr lang="zh-CN" altLang="en-US" sz="2000" b="1" kern="0" dirty="0" smtClean="0">
                <a:solidFill>
                  <a:srgbClr val="0070C0"/>
                </a:solidFill>
                <a:latin typeface="Arial"/>
                <a:ea typeface="宋体"/>
              </a:rPr>
              <a:t>介绍</a:t>
            </a:r>
            <a:endParaRPr lang="en-US" altLang="zh-CN" sz="2000" b="1" kern="0" dirty="0">
              <a:solidFill>
                <a:srgbClr val="0070C0"/>
              </a:solidFill>
              <a:latin typeface="Arial"/>
              <a:ea typeface="宋体"/>
            </a:endParaRPr>
          </a:p>
        </p:txBody>
      </p:sp>
      <p:pic>
        <p:nvPicPr>
          <p:cNvPr id="7170" name="Picture 2" descr="Y~2DD6F_0EON)6A~R9]KT)Q"/>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75656" y="1988840"/>
            <a:ext cx="6480000" cy="317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箭头连接符 5"/>
          <p:cNvCxnSpPr>
            <a:cxnSpLocks noChangeShapeType="1"/>
          </p:cNvCxnSpPr>
          <p:nvPr/>
        </p:nvCxnSpPr>
        <p:spPr bwMode="auto">
          <a:xfrm>
            <a:off x="2195736" y="2888402"/>
            <a:ext cx="648072" cy="180558"/>
          </a:xfrm>
          <a:prstGeom prst="straightConnector1">
            <a:avLst/>
          </a:prstGeom>
          <a:noFill/>
          <a:ln w="28575" algn="ctr">
            <a:solidFill>
              <a:srgbClr val="0070C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矩形 6"/>
          <p:cNvSpPr>
            <a:spLocks noChangeArrowheads="1"/>
          </p:cNvSpPr>
          <p:nvPr/>
        </p:nvSpPr>
        <p:spPr bwMode="auto">
          <a:xfrm>
            <a:off x="1475656" y="2491820"/>
            <a:ext cx="665005" cy="879280"/>
          </a:xfrm>
          <a:prstGeom prst="rect">
            <a:avLst/>
          </a:prstGeom>
          <a:noFill/>
          <a:ln w="19050">
            <a:solidFill>
              <a:srgbClr val="0070C0"/>
            </a:solidFill>
            <a:miter lim="800000"/>
            <a:headEnd/>
            <a:tailEnd/>
          </a:ln>
        </p:spPr>
        <p:txBody>
          <a:bodyPr wrap="square" anchor="ctr">
            <a:spAutoFit/>
          </a:bodyPr>
          <a:lstStyle/>
          <a:p>
            <a:pPr algn="ctr"/>
            <a:endParaRPr lang="zh-CN" altLang="en-US"/>
          </a:p>
        </p:txBody>
      </p:sp>
      <p:sp>
        <p:nvSpPr>
          <p:cNvPr id="10" name="圆角矩形 9"/>
          <p:cNvSpPr/>
          <p:nvPr/>
        </p:nvSpPr>
        <p:spPr>
          <a:xfrm>
            <a:off x="2915816" y="2888085"/>
            <a:ext cx="1179488" cy="408623"/>
          </a:xfrm>
          <a:prstGeom prst="roundRect">
            <a:avLst/>
          </a:prstGeom>
          <a:solidFill>
            <a:srgbClr val="0070C0"/>
          </a:solidFill>
          <a:ln>
            <a:solidFill>
              <a:schemeClr val="accent1"/>
            </a:solidFill>
          </a:ln>
          <a:effectLst>
            <a:outerShdw blurRad="50800" dist="38100" dir="2700000" algn="tl" rotWithShape="0">
              <a:prstClr val="black">
                <a:alpha val="40000"/>
              </a:prstClr>
            </a:outerShdw>
          </a:effectLst>
        </p:spPr>
        <p:txBody>
          <a:bodyPr wrap="square" anchor="ctr">
            <a:spAutoFit/>
          </a:bodyPr>
          <a:lstStyle/>
          <a:p>
            <a:pPr>
              <a:defRPr/>
            </a:pPr>
            <a:r>
              <a:rPr lang="zh-CN" altLang="en-US" b="1" dirty="0" smtClean="0">
                <a:solidFill>
                  <a:schemeClr val="bg1"/>
                </a:solidFill>
              </a:rPr>
              <a:t>功能模块</a:t>
            </a:r>
            <a:endParaRPr lang="en-US" altLang="zh-CN" b="1" dirty="0">
              <a:solidFill>
                <a:schemeClr val="bg1"/>
              </a:solidFill>
            </a:endParaRPr>
          </a:p>
        </p:txBody>
      </p:sp>
      <p:sp>
        <p:nvSpPr>
          <p:cNvPr id="8"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后台管理系统概述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3187057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170"/>
                                        </p:tgtEl>
                                        <p:attrNameLst>
                                          <p:attrName>style.visibility</p:attrName>
                                        </p:attrNameLst>
                                      </p:cBhvr>
                                      <p:to>
                                        <p:strVal val="visible"/>
                                      </p:to>
                                    </p:set>
                                    <p:animEffect transition="in" filter="wipe(left)">
                                      <p:cBhvr>
                                        <p:cTn id="11" dur="500"/>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395536" y="1052736"/>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zh-CN" sz="2000" b="1" kern="0" dirty="0" smtClean="0">
                <a:solidFill>
                  <a:srgbClr val="0070C0"/>
                </a:solidFill>
                <a:latin typeface="Arial"/>
                <a:ea typeface="宋体"/>
              </a:rPr>
              <a:t>后台</a:t>
            </a:r>
            <a:r>
              <a:rPr lang="zh-CN" altLang="zh-CN" sz="2000" b="1" kern="0" dirty="0">
                <a:solidFill>
                  <a:srgbClr val="0070C0"/>
                </a:solidFill>
                <a:latin typeface="Arial"/>
                <a:ea typeface="宋体"/>
              </a:rPr>
              <a:t>管理系统源码的目录结构</a:t>
            </a:r>
            <a:endParaRPr lang="en-US" altLang="zh-CN" sz="2000" b="1" kern="0" dirty="0">
              <a:solidFill>
                <a:srgbClr val="0070C0"/>
              </a:solidFill>
              <a:latin typeface="Arial"/>
              <a:ea typeface="宋体"/>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1322276"/>
              </p:ext>
            </p:extLst>
          </p:nvPr>
        </p:nvGraphicFramePr>
        <p:xfrm>
          <a:off x="1259632" y="1948731"/>
          <a:ext cx="6707188" cy="2992437"/>
        </p:xfrm>
        <a:graphic>
          <a:graphicData uri="http://schemas.openxmlformats.org/presentationml/2006/ole">
            <mc:AlternateContent xmlns:mc="http://schemas.openxmlformats.org/markup-compatibility/2006">
              <mc:Choice xmlns:v="urn:schemas-microsoft-com:vml" Requires="v">
                <p:oleObj spid="_x0000_s8285" name="Visio" r:id="rId5" imgW="6704100" imgH="2987166" progId="Visio.Drawing.11">
                  <p:embed/>
                </p:oleObj>
              </mc:Choice>
              <mc:Fallback>
                <p:oleObj name="Visio" r:id="rId5" imgW="6704100" imgH="2987166" progId="Visio.Drawing.11">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9632" y="1948731"/>
                        <a:ext cx="6707188" cy="2992437"/>
                      </a:xfrm>
                      <a:prstGeom prst="rect">
                        <a:avLst/>
                      </a:prstGeom>
                      <a:noFill/>
                      <a:ln w="9525">
                        <a:solidFill>
                          <a:srgbClr val="003F75"/>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后台管理系统概述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2"/>
    </p:custDataLst>
    <p:extLst>
      <p:ext uri="{BB962C8B-B14F-4D97-AF65-F5344CB8AC3E}">
        <p14:creationId xmlns:p14="http://schemas.microsoft.com/office/powerpoint/2010/main" val="1637872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395536" y="1160711"/>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zh-CN" sz="2000" b="1" kern="0" dirty="0" smtClean="0">
                <a:solidFill>
                  <a:srgbClr val="0070C0"/>
                </a:solidFill>
                <a:latin typeface="Arial"/>
                <a:ea typeface="宋体"/>
              </a:rPr>
              <a:t>注册</a:t>
            </a:r>
            <a:r>
              <a:rPr lang="zh-CN" altLang="zh-CN" sz="2000" b="1" kern="0" dirty="0">
                <a:solidFill>
                  <a:srgbClr val="0070C0"/>
                </a:solidFill>
                <a:latin typeface="Arial"/>
                <a:ea typeface="宋体"/>
              </a:rPr>
              <a:t>和登录</a:t>
            </a:r>
            <a:r>
              <a:rPr lang="zh-CN" altLang="en-US" sz="2000" b="1" kern="0" dirty="0">
                <a:solidFill>
                  <a:srgbClr val="0070C0"/>
                </a:solidFill>
                <a:latin typeface="Arial"/>
                <a:ea typeface="宋体"/>
              </a:rPr>
              <a:t>功能注意事项</a:t>
            </a:r>
            <a:endParaRPr lang="en-US" altLang="zh-CN" sz="2000" b="1" kern="0" dirty="0">
              <a:solidFill>
                <a:srgbClr val="0070C0"/>
              </a:solidFill>
              <a:latin typeface="Arial"/>
              <a:ea typeface="宋体"/>
            </a:endParaRPr>
          </a:p>
        </p:txBody>
      </p:sp>
      <p:sp>
        <p:nvSpPr>
          <p:cNvPr id="3" name="矩形 2"/>
          <p:cNvSpPr/>
          <p:nvPr/>
        </p:nvSpPr>
        <p:spPr bwMode="auto">
          <a:xfrm>
            <a:off x="538931" y="2099271"/>
            <a:ext cx="8137525" cy="1401737"/>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矩形 23"/>
          <p:cNvSpPr>
            <a:spLocks noChangeArrowheads="1"/>
          </p:cNvSpPr>
          <p:nvPr/>
        </p:nvSpPr>
        <p:spPr bwMode="auto">
          <a:xfrm>
            <a:off x="538931" y="2129433"/>
            <a:ext cx="8137525" cy="11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sz="1600" dirty="0"/>
              <a:t>后台管理系统中并没有提供专门针对后台用户进行注册的功能，这是因为在实际企业项目中，后台管理用户通常都是由超级用户创建和授予权限的，而超级用户是在开发系统时在数据库中已创建好的。</a:t>
            </a:r>
            <a:endParaRPr lang="zh-CN" altLang="zh-CN" sz="1600" dirty="0">
              <a:latin typeface="+mn-ea"/>
            </a:endParaRPr>
          </a:p>
        </p:txBody>
      </p:sp>
      <p:sp>
        <p:nvSpPr>
          <p:cNvPr id="6" name="任意多边形 5"/>
          <p:cNvSpPr/>
          <p:nvPr/>
        </p:nvSpPr>
        <p:spPr bwMode="auto">
          <a:xfrm>
            <a:off x="6187107" y="1700808"/>
            <a:ext cx="16224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7" name="矩形 6"/>
          <p:cNvSpPr>
            <a:spLocks noChangeArrowheads="1"/>
          </p:cNvSpPr>
          <p:nvPr/>
        </p:nvSpPr>
        <p:spPr bwMode="auto">
          <a:xfrm>
            <a:off x="6416332" y="175795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smtClean="0">
                <a:solidFill>
                  <a:schemeClr val="bg1"/>
                </a:solidFill>
                <a:latin typeface="微软雅黑" pitchFamily="34" charset="-122"/>
                <a:ea typeface="微软雅黑" pitchFamily="34" charset="-122"/>
              </a:rPr>
              <a:t>关于注册</a:t>
            </a:r>
            <a:endParaRPr lang="zh-CN" altLang="zh-CN" dirty="0">
              <a:solidFill>
                <a:schemeClr val="bg1"/>
              </a:solidFill>
              <a:latin typeface="微软雅黑" pitchFamily="34" charset="-122"/>
              <a:ea typeface="微软雅黑" pitchFamily="34" charset="-122"/>
            </a:endParaRPr>
          </a:p>
        </p:txBody>
      </p:sp>
      <p:sp>
        <p:nvSpPr>
          <p:cNvPr id="8" name="矩形 7"/>
          <p:cNvSpPr/>
          <p:nvPr/>
        </p:nvSpPr>
        <p:spPr bwMode="auto">
          <a:xfrm>
            <a:off x="539552" y="4187503"/>
            <a:ext cx="8137525" cy="1329729"/>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9" name="矩形 23"/>
          <p:cNvSpPr>
            <a:spLocks noChangeArrowheads="1"/>
          </p:cNvSpPr>
          <p:nvPr/>
        </p:nvSpPr>
        <p:spPr bwMode="auto">
          <a:xfrm>
            <a:off x="539552" y="4217665"/>
            <a:ext cx="8137525" cy="11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sz="1600" dirty="0"/>
              <a:t>后台管理系统中并没有提供专用于后台系统的登录功能，而是共用了前台网站的用户登录功能，在前台网站“我的账户”中进行登录时，系统会判断用户角色是普通用户还是超级用户，如果是超级用户则可以成功登录后台系统。</a:t>
            </a:r>
            <a:endParaRPr lang="zh-CN" altLang="zh-CN" sz="1600" dirty="0">
              <a:latin typeface="+mn-ea"/>
            </a:endParaRPr>
          </a:p>
        </p:txBody>
      </p:sp>
      <p:sp>
        <p:nvSpPr>
          <p:cNvPr id="10" name="任意多边形 9"/>
          <p:cNvSpPr/>
          <p:nvPr/>
        </p:nvSpPr>
        <p:spPr bwMode="auto">
          <a:xfrm>
            <a:off x="6187728" y="3789040"/>
            <a:ext cx="1622425"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1" name="矩形 10"/>
          <p:cNvSpPr>
            <a:spLocks noChangeArrowheads="1"/>
          </p:cNvSpPr>
          <p:nvPr/>
        </p:nvSpPr>
        <p:spPr bwMode="auto">
          <a:xfrm>
            <a:off x="6416953" y="3846190"/>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dirty="0" smtClean="0">
                <a:solidFill>
                  <a:schemeClr val="bg1"/>
                </a:solidFill>
                <a:latin typeface="微软雅黑" pitchFamily="34" charset="-122"/>
                <a:ea typeface="微软雅黑" pitchFamily="34" charset="-122"/>
              </a:rPr>
              <a:t>关于登录</a:t>
            </a:r>
            <a:endParaRPr lang="zh-CN" altLang="zh-CN" dirty="0">
              <a:solidFill>
                <a:schemeClr val="bg1"/>
              </a:solidFill>
              <a:latin typeface="微软雅黑" pitchFamily="34" charset="-122"/>
              <a:ea typeface="微软雅黑" pitchFamily="34" charset="-122"/>
            </a:endParaRPr>
          </a:p>
        </p:txBody>
      </p:sp>
      <p:sp>
        <p:nvSpPr>
          <p:cNvPr id="12"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后台管理系统概述</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1698866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par>
                                <p:cTn id="15" presetID="22" presetClass="entr" presetSubtype="8"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115616" y="2564904"/>
            <a:ext cx="4680520"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458516"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15.4</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订单管理模块</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458516" y="2723631"/>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itchFamily="34" charset="0"/>
                <a:ea typeface="微软雅黑" pitchFamily="34" charset="-122"/>
              </a:rPr>
              <a:t>15.2    </a:t>
            </a:r>
            <a:r>
              <a:rPr lang="zh-CN" altLang="en-US" sz="2400" dirty="0" smtClean="0">
                <a:solidFill>
                  <a:schemeClr val="bg1"/>
                </a:solidFill>
                <a:latin typeface="Impact" pitchFamily="34" charset="0"/>
                <a:ea typeface="微软雅黑" pitchFamily="34" charset="-122"/>
              </a:rPr>
              <a:t>商品管理模块</a:t>
            </a:r>
            <a:endParaRPr lang="zh-CN" altLang="en-US" sz="2400" dirty="0">
              <a:solidFill>
                <a:schemeClr val="bg1"/>
              </a:solidFill>
              <a:latin typeface="Impact" pitchFamily="34" charset="0"/>
              <a:ea typeface="微软雅黑" pitchFamily="34" charset="-122"/>
            </a:endParaRPr>
          </a:p>
        </p:txBody>
      </p:sp>
      <p:sp>
        <p:nvSpPr>
          <p:cNvPr id="6" name="TextBox 11"/>
          <p:cNvSpPr txBox="1"/>
          <p:nvPr/>
        </p:nvSpPr>
        <p:spPr>
          <a:xfrm>
            <a:off x="1458516" y="3467714"/>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15.3    </a:t>
            </a:r>
            <a:r>
              <a:rPr lang="zh-CN" altLang="en-US" sz="2400" dirty="0" smtClean="0">
                <a:solidFill>
                  <a:srgbClr val="7F7F7F"/>
                </a:solidFill>
                <a:latin typeface="Impact" pitchFamily="34" charset="0"/>
                <a:ea typeface="微软雅黑" pitchFamily="34" charset="-122"/>
              </a:rPr>
              <a:t>销量榜单模块</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p>
        </p:txBody>
      </p:sp>
      <p:sp>
        <p:nvSpPr>
          <p:cNvPr id="12" name="TextBox 6"/>
          <p:cNvSpPr txBox="1"/>
          <p:nvPr/>
        </p:nvSpPr>
        <p:spPr>
          <a:xfrm>
            <a:off x="1458516"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itchFamily="34" charset="0"/>
                <a:ea typeface="微软雅黑" pitchFamily="34" charset="-122"/>
              </a:rPr>
              <a:t>15.1    </a:t>
            </a:r>
            <a:r>
              <a:rPr lang="zh-CN" altLang="en-US" sz="2400" dirty="0">
                <a:solidFill>
                  <a:srgbClr val="7F7F7F"/>
                </a:solidFill>
                <a:latin typeface="Impact" pitchFamily="34" charset="0"/>
                <a:ea typeface="微软雅黑" pitchFamily="34" charset="-122"/>
              </a:rPr>
              <a:t>后台管理系统概述</a:t>
            </a: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18078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4" name="椭圆 3"/>
          <p:cNvSpPr/>
          <p:nvPr/>
        </p:nvSpPr>
        <p:spPr bwMode="auto">
          <a:xfrm rot="574600">
            <a:off x="1255813" y="3503468"/>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5" name="TextBox 4"/>
          <p:cNvSpPr txBox="1">
            <a:spLocks noChangeArrowheads="1"/>
          </p:cNvSpPr>
          <p:nvPr/>
        </p:nvSpPr>
        <p:spPr bwMode="auto">
          <a:xfrm>
            <a:off x="1268116" y="3486055"/>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6" name="矩形 5"/>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7" name="圆角矩形 6"/>
          <p:cNvSpPr/>
          <p:nvPr/>
        </p:nvSpPr>
        <p:spPr>
          <a:xfrm>
            <a:off x="1339950" y="4244513"/>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kumimoji="0" lang="en-US" altLang="zh-CN" sz="1800" b="1" i="0" u="none" strike="noStrike" kern="0" cap="none" spc="0" normalizeH="0" baseline="0" noProof="0" smtClean="0">
                <a:ln>
                  <a:noFill/>
                </a:ln>
                <a:solidFill>
                  <a:sysClr val="window" lastClr="FFFFFF"/>
                </a:solidFill>
                <a:effectLst/>
                <a:uLnTx/>
                <a:uFillTx/>
                <a:latin typeface="Arial"/>
                <a:ea typeface="宋体"/>
              </a:rPr>
              <a:t>【</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任务</a:t>
            </a:r>
            <a:r>
              <a:rPr kumimoji="0" lang="en-US" altLang="zh-CN" sz="1800" b="1" i="0" u="none" strike="noStrike" kern="0" cap="none" spc="0" normalizeH="0" baseline="0" noProof="0" smtClean="0">
                <a:ln>
                  <a:noFill/>
                </a:ln>
                <a:solidFill>
                  <a:sysClr val="window" lastClr="FFFFFF"/>
                </a:solidFill>
                <a:effectLst/>
                <a:uLnTx/>
                <a:uFillTx/>
                <a:latin typeface="Arial"/>
                <a:ea typeface="宋体"/>
              </a:rPr>
              <a:t>15-1】</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8" name="矩形 7"/>
          <p:cNvSpPr/>
          <p:nvPr/>
        </p:nvSpPr>
        <p:spPr>
          <a:xfrm>
            <a:off x="1644750" y="3489181"/>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9" name="直接连接符 8"/>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10" name="直接连接符 9"/>
          <p:cNvCxnSpPr/>
          <p:nvPr/>
        </p:nvCxnSpPr>
        <p:spPr>
          <a:xfrm>
            <a:off x="1402656" y="3859068"/>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1" name="椭圆 10"/>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2" name="TextBox 11"/>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3" name="矩形 12"/>
          <p:cNvSpPr/>
          <p:nvPr/>
        </p:nvSpPr>
        <p:spPr>
          <a:xfrm>
            <a:off x="2916337" y="274440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实现页面展示</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4" name="矩形 13"/>
          <p:cNvSpPr/>
          <p:nvPr/>
        </p:nvSpPr>
        <p:spPr>
          <a:xfrm>
            <a:off x="2916338" y="2188418"/>
            <a:ext cx="4185761"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zh-CN" sz="1200" dirty="0">
                <a:solidFill>
                  <a:schemeClr val="tx1">
                    <a:lumMod val="65000"/>
                    <a:lumOff val="35000"/>
                  </a:schemeClr>
                </a:solidFill>
                <a:latin typeface="微软雅黑" pitchFamily="34" charset="-122"/>
                <a:ea typeface="微软雅黑" pitchFamily="34" charset="-122"/>
              </a:rPr>
              <a:t>查询所有商品和用户根据条件自定义查询商品的功能。</a:t>
            </a:r>
          </a:p>
        </p:txBody>
      </p:sp>
      <p:sp>
        <p:nvSpPr>
          <p:cNvPr id="15"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15-1】</a:t>
            </a:r>
            <a:r>
              <a:rPr lang="zh-CN" altLang="en-US" sz="3200" b="1" dirty="0">
                <a:solidFill>
                  <a:srgbClr val="006BA9"/>
                </a:solidFill>
                <a:latin typeface="微软雅黑" pitchFamily="34" charset="-122"/>
                <a:ea typeface="微软雅黑" pitchFamily="34" charset="-122"/>
                <a:sym typeface="宋体" charset="-122"/>
              </a:rPr>
              <a:t>实现查询商品列表功能</a:t>
            </a:r>
          </a:p>
        </p:txBody>
      </p:sp>
    </p:spTree>
    <p:custDataLst>
      <p:tags r:id="rId1"/>
    </p:custDataLst>
    <p:extLst>
      <p:ext uri="{BB962C8B-B14F-4D97-AF65-F5344CB8AC3E}">
        <p14:creationId xmlns:p14="http://schemas.microsoft.com/office/powerpoint/2010/main" val="31059290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11" grpId="0" animBg="1"/>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3519158"/>
            <a:ext cx="6480000" cy="1277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4" name="矩形 23"/>
          <p:cNvSpPr>
            <a:spLocks noChangeArrowheads="1"/>
          </p:cNvSpPr>
          <p:nvPr/>
        </p:nvSpPr>
        <p:spPr bwMode="auto">
          <a:xfrm>
            <a:off x="827584" y="1958789"/>
            <a:ext cx="763284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600" dirty="0" smtClean="0">
                <a:solidFill>
                  <a:srgbClr val="006BA9"/>
                </a:solidFill>
                <a:latin typeface="+mn-ea"/>
              </a:rPr>
              <a:t>    </a:t>
            </a:r>
            <a:r>
              <a:rPr lang="zh-CN" altLang="zh-CN" sz="1600" dirty="0" smtClean="0">
                <a:solidFill>
                  <a:srgbClr val="006BA9"/>
                </a:solidFill>
                <a:latin typeface="+mn-ea"/>
              </a:rPr>
              <a:t>当</a:t>
            </a:r>
            <a:r>
              <a:rPr lang="zh-CN" altLang="zh-CN" sz="1600" dirty="0">
                <a:solidFill>
                  <a:srgbClr val="006BA9"/>
                </a:solidFill>
                <a:latin typeface="+mn-ea"/>
              </a:rPr>
              <a:t>公司采购的一批新商品入库时，后台管理人员需要录入这些新商品的信息，并保存到数据库中，以便这些新商品可以在前台网站进行展示和出售，这时就需要进行添加商品信息操作</a:t>
            </a:r>
            <a:r>
              <a:rPr lang="zh-CN" altLang="zh-CN" sz="1600" dirty="0" smtClean="0">
                <a:solidFill>
                  <a:srgbClr val="006BA9"/>
                </a:solidFill>
                <a:latin typeface="+mn-ea"/>
              </a:rPr>
              <a:t>。单击</a:t>
            </a:r>
            <a:r>
              <a:rPr lang="zh-CN" altLang="zh-CN" sz="1600" dirty="0">
                <a:solidFill>
                  <a:srgbClr val="006BA9"/>
                </a:solidFill>
                <a:latin typeface="+mn-ea"/>
              </a:rPr>
              <a:t>“添加”按钮，打开商品添加</a:t>
            </a:r>
            <a:r>
              <a:rPr lang="zh-CN" altLang="zh-CN" sz="1600" dirty="0" smtClean="0">
                <a:solidFill>
                  <a:srgbClr val="006BA9"/>
                </a:solidFill>
                <a:latin typeface="+mn-ea"/>
              </a:rPr>
              <a:t>页面。</a:t>
            </a:r>
            <a:endParaRPr lang="zh-CN" altLang="zh-CN" sz="1600" dirty="0">
              <a:solidFill>
                <a:srgbClr val="006BA9"/>
              </a:solidFill>
              <a:latin typeface="+mn-ea"/>
            </a:endParaRPr>
          </a:p>
        </p:txBody>
      </p:sp>
      <p:sp>
        <p:nvSpPr>
          <p:cNvPr id="5"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15-2】</a:t>
            </a:r>
            <a:r>
              <a:rPr lang="zh-CN" altLang="en-US" sz="3200" b="1" dirty="0">
                <a:solidFill>
                  <a:srgbClr val="006BA9"/>
                </a:solidFill>
                <a:latin typeface="微软雅黑" pitchFamily="34" charset="-122"/>
                <a:ea typeface="微软雅黑" pitchFamily="34" charset="-122"/>
                <a:sym typeface="宋体" charset="-122"/>
              </a:rPr>
              <a:t>实现添加商品信息功能</a:t>
            </a:r>
          </a:p>
        </p:txBody>
      </p:sp>
    </p:spTree>
    <p:custDataLst>
      <p:tags r:id="rId1"/>
    </p:custDataLst>
    <p:extLst>
      <p:ext uri="{BB962C8B-B14F-4D97-AF65-F5344CB8AC3E}">
        <p14:creationId xmlns:p14="http://schemas.microsoft.com/office/powerpoint/2010/main" val="42717409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255813" y="3503468"/>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4" name="TextBox 3"/>
          <p:cNvSpPr txBox="1">
            <a:spLocks noChangeArrowheads="1"/>
          </p:cNvSpPr>
          <p:nvPr/>
        </p:nvSpPr>
        <p:spPr bwMode="auto">
          <a:xfrm>
            <a:off x="1268116" y="3486055"/>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5" name="矩形 4"/>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6" name="圆角矩形 5"/>
          <p:cNvSpPr/>
          <p:nvPr/>
        </p:nvSpPr>
        <p:spPr>
          <a:xfrm>
            <a:off x="1339950" y="4244513"/>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15-2】</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7" name="矩形 6"/>
          <p:cNvSpPr/>
          <p:nvPr/>
        </p:nvSpPr>
        <p:spPr>
          <a:xfrm>
            <a:off x="1644750" y="3489181"/>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8" name="直接连接符 7"/>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02656" y="3859068"/>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1" name="TextBox 10"/>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2" name="矩形 11"/>
          <p:cNvSpPr/>
          <p:nvPr/>
        </p:nvSpPr>
        <p:spPr>
          <a:xfrm>
            <a:off x="2916337" y="2971574"/>
            <a:ext cx="3671887" cy="889474"/>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3" name="矩形 12"/>
          <p:cNvSpPr/>
          <p:nvPr/>
        </p:nvSpPr>
        <p:spPr>
          <a:xfrm>
            <a:off x="2916338" y="2188418"/>
            <a:ext cx="2031325" cy="332399"/>
          </a:xfrm>
          <a:prstGeom prst="rect">
            <a:avLst/>
          </a:prstGeom>
        </p:spPr>
        <p:txBody>
          <a:bodyPr wrap="none">
            <a:spAutoFit/>
          </a:bodyPr>
          <a:lstStyle/>
          <a:p>
            <a:pPr>
              <a:lnSpc>
                <a:spcPct val="130000"/>
              </a:lnSpc>
              <a:spcAft>
                <a:spcPts val="300"/>
              </a:spcAft>
              <a:defRPr/>
            </a:pPr>
            <a:r>
              <a:rPr lang="zh-CN" altLang="zh-CN" sz="1200" dirty="0">
                <a:solidFill>
                  <a:schemeClr val="tx1">
                    <a:lumMod val="65000"/>
                    <a:lumOff val="35000"/>
                  </a:schemeClr>
                </a:solidFill>
                <a:latin typeface="微软雅黑" pitchFamily="34" charset="-122"/>
                <a:ea typeface="微软雅黑" pitchFamily="34" charset="-122"/>
              </a:rPr>
              <a:t>实现添加商品</a:t>
            </a:r>
            <a:r>
              <a:rPr lang="zh-CN" altLang="zh-CN" sz="1200" dirty="0" smtClean="0">
                <a:solidFill>
                  <a:schemeClr val="tx1">
                    <a:lumMod val="65000"/>
                    <a:lumOff val="35000"/>
                  </a:schemeClr>
                </a:solidFill>
                <a:latin typeface="微软雅黑" pitchFamily="34" charset="-122"/>
                <a:ea typeface="微软雅黑" pitchFamily="34" charset="-122"/>
              </a:rPr>
              <a:t>信息</a:t>
            </a:r>
            <a:r>
              <a:rPr lang="zh-CN" altLang="en-US" sz="1200" dirty="0" smtClean="0">
                <a:solidFill>
                  <a:schemeClr val="tx1">
                    <a:lumMod val="65000"/>
                    <a:lumOff val="35000"/>
                  </a:schemeClr>
                </a:solidFill>
                <a:latin typeface="微软雅黑" pitchFamily="34" charset="-122"/>
                <a:ea typeface="微软雅黑" pitchFamily="34" charset="-122"/>
              </a:rPr>
              <a:t>的</a:t>
            </a:r>
            <a:r>
              <a:rPr lang="zh-CN" altLang="zh-CN" sz="1200" dirty="0" smtClean="0">
                <a:solidFill>
                  <a:schemeClr val="tx1">
                    <a:lumMod val="65000"/>
                    <a:lumOff val="35000"/>
                  </a:schemeClr>
                </a:solidFill>
                <a:latin typeface="微软雅黑" pitchFamily="34" charset="-122"/>
                <a:ea typeface="微软雅黑" pitchFamily="34" charset="-122"/>
              </a:rPr>
              <a:t>操作</a:t>
            </a:r>
            <a:r>
              <a:rPr lang="zh-CN" altLang="zh-CN" sz="1200" dirty="0">
                <a:solidFill>
                  <a:schemeClr val="tx1">
                    <a:lumMod val="65000"/>
                    <a:lumOff val="35000"/>
                  </a:schemeClr>
                </a:solidFill>
                <a:latin typeface="微软雅黑" pitchFamily="34" charset="-122"/>
                <a:ea typeface="微软雅黑" pitchFamily="34" charset="-122"/>
              </a:rPr>
              <a:t>。</a:t>
            </a: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15-2】</a:t>
            </a:r>
            <a:r>
              <a:rPr lang="zh-CN" altLang="en-US" sz="3200" b="1" dirty="0">
                <a:solidFill>
                  <a:srgbClr val="006BA9"/>
                </a:solidFill>
                <a:latin typeface="微软雅黑" pitchFamily="34" charset="-122"/>
                <a:ea typeface="微软雅黑" pitchFamily="34" charset="-122"/>
                <a:sym typeface="宋体" charset="-122"/>
              </a:rPr>
              <a:t>实现添加商品信息功能</a:t>
            </a:r>
          </a:p>
        </p:txBody>
      </p:sp>
    </p:spTree>
    <p:custDataLst>
      <p:tags r:id="rId1"/>
    </p:custDataLst>
    <p:extLst>
      <p:ext uri="{BB962C8B-B14F-4D97-AF65-F5344CB8AC3E}">
        <p14:creationId xmlns:p14="http://schemas.microsoft.com/office/powerpoint/2010/main" val="29627881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4" name="椭圆 3"/>
          <p:cNvSpPr/>
          <p:nvPr/>
        </p:nvSpPr>
        <p:spPr bwMode="auto">
          <a:xfrm rot="574600">
            <a:off x="1255813" y="3503468"/>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5" name="TextBox 4"/>
          <p:cNvSpPr txBox="1">
            <a:spLocks noChangeArrowheads="1"/>
          </p:cNvSpPr>
          <p:nvPr/>
        </p:nvSpPr>
        <p:spPr bwMode="auto">
          <a:xfrm>
            <a:off x="1268116" y="3486055"/>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6" name="矩形 5"/>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7" name="圆角矩形 6"/>
          <p:cNvSpPr/>
          <p:nvPr/>
        </p:nvSpPr>
        <p:spPr>
          <a:xfrm>
            <a:off x="1339950" y="4244513"/>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15-3】</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8" name="矩形 7"/>
          <p:cNvSpPr/>
          <p:nvPr/>
        </p:nvSpPr>
        <p:spPr>
          <a:xfrm>
            <a:off x="1644750" y="3489181"/>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9" name="直接连接符 8"/>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10" name="直接连接符 9"/>
          <p:cNvCxnSpPr/>
          <p:nvPr/>
        </p:nvCxnSpPr>
        <p:spPr>
          <a:xfrm>
            <a:off x="1402656" y="3859068"/>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1" name="椭圆 10"/>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2" name="TextBox 11"/>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3" name="矩形 12"/>
          <p:cNvSpPr/>
          <p:nvPr/>
        </p:nvSpPr>
        <p:spPr>
          <a:xfrm>
            <a:off x="2916337" y="2971574"/>
            <a:ext cx="3671887" cy="889474"/>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4" name="矩形 13"/>
          <p:cNvSpPr/>
          <p:nvPr/>
        </p:nvSpPr>
        <p:spPr>
          <a:xfrm>
            <a:off x="2916338" y="2188418"/>
            <a:ext cx="2031325"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编辑</a:t>
            </a:r>
            <a:r>
              <a:rPr lang="zh-CN" altLang="zh-CN" sz="1200" dirty="0" smtClean="0">
                <a:solidFill>
                  <a:schemeClr val="tx1">
                    <a:lumMod val="65000"/>
                    <a:lumOff val="35000"/>
                  </a:schemeClr>
                </a:solidFill>
                <a:latin typeface="微软雅黑" pitchFamily="34" charset="-122"/>
                <a:ea typeface="微软雅黑" pitchFamily="34" charset="-122"/>
              </a:rPr>
              <a:t>商品信息</a:t>
            </a:r>
            <a:r>
              <a:rPr lang="zh-CN" altLang="en-US" sz="1200" dirty="0">
                <a:solidFill>
                  <a:schemeClr val="tx1">
                    <a:lumMod val="65000"/>
                    <a:lumOff val="35000"/>
                  </a:schemeClr>
                </a:solidFill>
                <a:latin typeface="微软雅黑" pitchFamily="34" charset="-122"/>
                <a:ea typeface="微软雅黑" pitchFamily="34" charset="-122"/>
              </a:rPr>
              <a:t>的</a:t>
            </a:r>
            <a:r>
              <a:rPr lang="zh-CN" altLang="zh-CN" sz="1200" dirty="0" smtClean="0">
                <a:solidFill>
                  <a:schemeClr val="tx1">
                    <a:lumMod val="65000"/>
                    <a:lumOff val="35000"/>
                  </a:schemeClr>
                </a:solidFill>
                <a:latin typeface="微软雅黑" pitchFamily="34" charset="-122"/>
                <a:ea typeface="微软雅黑" pitchFamily="34" charset="-122"/>
              </a:rPr>
              <a:t>操作</a:t>
            </a:r>
            <a:r>
              <a:rPr lang="zh-CN" altLang="zh-CN" sz="1200" dirty="0">
                <a:solidFill>
                  <a:schemeClr val="tx1">
                    <a:lumMod val="65000"/>
                    <a:lumOff val="35000"/>
                  </a:schemeClr>
                </a:solidFill>
                <a:latin typeface="微软雅黑" pitchFamily="34" charset="-122"/>
                <a:ea typeface="微软雅黑" pitchFamily="34" charset="-122"/>
              </a:rPr>
              <a:t>。</a:t>
            </a:r>
          </a:p>
        </p:txBody>
      </p:sp>
      <p:sp>
        <p:nvSpPr>
          <p:cNvPr id="15"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15-3】</a:t>
            </a:r>
            <a:r>
              <a:rPr lang="zh-CN" altLang="en-US" sz="3200" b="1" dirty="0">
                <a:solidFill>
                  <a:srgbClr val="006BA9"/>
                </a:solidFill>
                <a:latin typeface="微软雅黑" pitchFamily="34" charset="-122"/>
                <a:ea typeface="微软雅黑" pitchFamily="34" charset="-122"/>
                <a:sym typeface="宋体" charset="-122"/>
              </a:rPr>
              <a:t>实现编辑商品信息功能</a:t>
            </a:r>
          </a:p>
        </p:txBody>
      </p:sp>
    </p:spTree>
    <p:custDataLst>
      <p:tags r:id="rId1"/>
    </p:custDataLst>
    <p:extLst>
      <p:ext uri="{BB962C8B-B14F-4D97-AF65-F5344CB8AC3E}">
        <p14:creationId xmlns:p14="http://schemas.microsoft.com/office/powerpoint/2010/main" val="1579526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11" grpId="0" animBg="1"/>
      <p:bldP spid="12"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椭圆 4"/>
          <p:cNvSpPr/>
          <p:nvPr/>
        </p:nvSpPr>
        <p:spPr bwMode="auto">
          <a:xfrm rot="574600">
            <a:off x="1255813" y="3503468"/>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6" name="TextBox 5"/>
          <p:cNvSpPr txBox="1">
            <a:spLocks noChangeArrowheads="1"/>
          </p:cNvSpPr>
          <p:nvPr/>
        </p:nvSpPr>
        <p:spPr bwMode="auto">
          <a:xfrm>
            <a:off x="1268116" y="3486055"/>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7" name="矩形 6"/>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8" name="圆角矩形 7"/>
          <p:cNvSpPr/>
          <p:nvPr/>
        </p:nvSpPr>
        <p:spPr>
          <a:xfrm>
            <a:off x="1339950" y="4244513"/>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15-4】</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9" name="矩形 8"/>
          <p:cNvSpPr/>
          <p:nvPr/>
        </p:nvSpPr>
        <p:spPr>
          <a:xfrm>
            <a:off x="1644750" y="3489181"/>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10" name="直接连接符 9"/>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11" name="直接连接符 10"/>
          <p:cNvCxnSpPr/>
          <p:nvPr/>
        </p:nvCxnSpPr>
        <p:spPr>
          <a:xfrm>
            <a:off x="1402656" y="3859068"/>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2" name="椭圆 11"/>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3" name="TextBox 12"/>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4" name="矩形 13"/>
          <p:cNvSpPr/>
          <p:nvPr/>
        </p:nvSpPr>
        <p:spPr>
          <a:xfrm>
            <a:off x="2916337" y="2971574"/>
            <a:ext cx="3671887" cy="889474"/>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5" name="矩形 14"/>
          <p:cNvSpPr/>
          <p:nvPr/>
        </p:nvSpPr>
        <p:spPr>
          <a:xfrm>
            <a:off x="2916338" y="2188418"/>
            <a:ext cx="2339102"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删除指定</a:t>
            </a:r>
            <a:r>
              <a:rPr lang="zh-CN" altLang="zh-CN" sz="1200" dirty="0" smtClean="0">
                <a:solidFill>
                  <a:schemeClr val="tx1">
                    <a:lumMod val="65000"/>
                    <a:lumOff val="35000"/>
                  </a:schemeClr>
                </a:solidFill>
                <a:latin typeface="微软雅黑" pitchFamily="34" charset="-122"/>
                <a:ea typeface="微软雅黑" pitchFamily="34" charset="-122"/>
              </a:rPr>
              <a:t>商品信息</a:t>
            </a:r>
            <a:r>
              <a:rPr lang="zh-CN" altLang="en-US" sz="1200" dirty="0">
                <a:solidFill>
                  <a:schemeClr val="tx1">
                    <a:lumMod val="65000"/>
                    <a:lumOff val="35000"/>
                  </a:schemeClr>
                </a:solidFill>
                <a:latin typeface="微软雅黑" pitchFamily="34" charset="-122"/>
                <a:ea typeface="微软雅黑" pitchFamily="34" charset="-122"/>
              </a:rPr>
              <a:t>的</a:t>
            </a:r>
            <a:r>
              <a:rPr lang="zh-CN" altLang="zh-CN" sz="1200" dirty="0" smtClean="0">
                <a:solidFill>
                  <a:schemeClr val="tx1">
                    <a:lumMod val="65000"/>
                    <a:lumOff val="35000"/>
                  </a:schemeClr>
                </a:solidFill>
                <a:latin typeface="微软雅黑" pitchFamily="34" charset="-122"/>
                <a:ea typeface="微软雅黑" pitchFamily="34" charset="-122"/>
              </a:rPr>
              <a:t>操作。</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16"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15-4】</a:t>
            </a:r>
            <a:r>
              <a:rPr lang="zh-CN" altLang="en-US" sz="3200" b="1" dirty="0">
                <a:solidFill>
                  <a:srgbClr val="006BA9"/>
                </a:solidFill>
                <a:latin typeface="微软雅黑" pitchFamily="34" charset="-122"/>
                <a:ea typeface="微软雅黑" pitchFamily="34" charset="-122"/>
                <a:sym typeface="宋体" charset="-122"/>
              </a:rPr>
              <a:t>实现删除商品信息功能</a:t>
            </a:r>
          </a:p>
        </p:txBody>
      </p:sp>
    </p:spTree>
    <p:custDataLst>
      <p:tags r:id="rId1"/>
    </p:custDataLst>
    <p:extLst>
      <p:ext uri="{BB962C8B-B14F-4D97-AF65-F5344CB8AC3E}">
        <p14:creationId xmlns:p14="http://schemas.microsoft.com/office/powerpoint/2010/main" val="3177169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9" grpId="0"/>
      <p:bldP spid="12" grpId="0" animBg="1"/>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115616" y="3284984"/>
            <a:ext cx="4680520"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458516" y="4211796"/>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15.4</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订单管理模块</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458516" y="2723631"/>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15.2</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商品管理模块</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458516" y="3467714"/>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itchFamily="34" charset="0"/>
                <a:ea typeface="微软雅黑" pitchFamily="34" charset="-122"/>
              </a:rPr>
              <a:t>15.3    </a:t>
            </a:r>
            <a:r>
              <a:rPr lang="zh-CN" altLang="en-US" sz="2400" dirty="0" smtClean="0">
                <a:solidFill>
                  <a:schemeClr val="bg1"/>
                </a:solidFill>
                <a:latin typeface="Impact" pitchFamily="34" charset="0"/>
                <a:ea typeface="微软雅黑" pitchFamily="34" charset="-122"/>
              </a:rPr>
              <a:t>销量榜单模块</a:t>
            </a:r>
            <a:endParaRPr lang="zh-CN" altLang="en-US" sz="2400" dirty="0">
              <a:solidFill>
                <a:schemeClr val="bg1"/>
              </a:solidFill>
              <a:latin typeface="Impact" pitchFamily="34" charset="0"/>
              <a:ea typeface="微软雅黑"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p>
        </p:txBody>
      </p:sp>
      <p:sp>
        <p:nvSpPr>
          <p:cNvPr id="12" name="TextBox 6"/>
          <p:cNvSpPr txBox="1"/>
          <p:nvPr/>
        </p:nvSpPr>
        <p:spPr>
          <a:xfrm>
            <a:off x="1458516"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itchFamily="34" charset="0"/>
                <a:ea typeface="微软雅黑" pitchFamily="34" charset="-122"/>
              </a:rPr>
              <a:t>15.1    </a:t>
            </a:r>
            <a:r>
              <a:rPr lang="zh-CN" altLang="en-US" sz="2400" dirty="0">
                <a:solidFill>
                  <a:srgbClr val="7F7F7F"/>
                </a:solidFill>
                <a:latin typeface="Impact" pitchFamily="34" charset="0"/>
                <a:ea typeface="微软雅黑" pitchFamily="34" charset="-122"/>
              </a:rPr>
              <a:t>后台管理系统概述</a:t>
            </a: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18078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pic>
        <p:nvPicPr>
          <p:cNvPr id="4"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536" y="3429000"/>
            <a:ext cx="4684712" cy="232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23"/>
          <p:cNvSpPr>
            <a:spLocks noChangeArrowheads="1"/>
          </p:cNvSpPr>
          <p:nvPr/>
        </p:nvSpPr>
        <p:spPr bwMode="auto">
          <a:xfrm>
            <a:off x="827584" y="1958789"/>
            <a:ext cx="7632848" cy="1142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600" dirty="0" smtClean="0">
                <a:solidFill>
                  <a:srgbClr val="006BA9"/>
                </a:solidFill>
                <a:latin typeface="+mn-ea"/>
              </a:rPr>
              <a:t>    </a:t>
            </a:r>
            <a:r>
              <a:rPr lang="zh-CN" altLang="zh-CN" sz="1600" dirty="0" smtClean="0">
                <a:solidFill>
                  <a:srgbClr val="006BA9"/>
                </a:solidFill>
                <a:latin typeface="+mn-ea"/>
              </a:rPr>
              <a:t>为了</a:t>
            </a:r>
            <a:r>
              <a:rPr lang="zh-CN" altLang="zh-CN" sz="1600" dirty="0">
                <a:solidFill>
                  <a:srgbClr val="006BA9"/>
                </a:solidFill>
                <a:latin typeface="+mn-ea"/>
              </a:rPr>
              <a:t>便于管理人员查看和保留销售历史数据，传智书城后台管理系统中提供了销售榜单模块，该模块主要实现的功能是下载历史销售数据，将已销售商品的信息，按照商品销量从高到低排序后导出到扩展名为“</a:t>
            </a:r>
            <a:r>
              <a:rPr lang="en-US" altLang="zh-CN" sz="1600" dirty="0">
                <a:solidFill>
                  <a:srgbClr val="006BA9"/>
                </a:solidFill>
                <a:latin typeface="+mn-ea"/>
              </a:rPr>
              <a:t>.csv</a:t>
            </a:r>
            <a:r>
              <a:rPr lang="zh-CN" altLang="zh-CN" sz="1600" dirty="0">
                <a:solidFill>
                  <a:srgbClr val="006BA9"/>
                </a:solidFill>
                <a:latin typeface="+mn-ea"/>
              </a:rPr>
              <a:t>”的文件</a:t>
            </a:r>
            <a:r>
              <a:rPr lang="zh-CN" altLang="zh-CN" sz="1600" dirty="0" smtClean="0">
                <a:solidFill>
                  <a:srgbClr val="006BA9"/>
                </a:solidFill>
                <a:latin typeface="+mn-ea"/>
              </a:rPr>
              <a:t>中</a:t>
            </a:r>
            <a:r>
              <a:rPr lang="zh-CN" altLang="en-US" sz="1600" dirty="0" smtClean="0">
                <a:solidFill>
                  <a:srgbClr val="006BA9"/>
                </a:solidFill>
                <a:latin typeface="+mn-ea"/>
              </a:rPr>
              <a:t>。</a:t>
            </a:r>
            <a:endParaRPr lang="zh-CN" altLang="zh-CN" sz="1600" dirty="0">
              <a:solidFill>
                <a:srgbClr val="006BA9"/>
              </a:solidFill>
              <a:latin typeface="+mn-ea"/>
            </a:endParaRPr>
          </a:p>
        </p:txBody>
      </p:sp>
      <p:sp>
        <p:nvSpPr>
          <p:cNvPr id="5"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15-5】</a:t>
            </a:r>
            <a:r>
              <a:rPr lang="zh-CN" altLang="en-US" sz="3200" b="1" dirty="0">
                <a:solidFill>
                  <a:srgbClr val="006BA9"/>
                </a:solidFill>
                <a:latin typeface="微软雅黑" pitchFamily="34" charset="-122"/>
                <a:ea typeface="微软雅黑" pitchFamily="34" charset="-122"/>
                <a:sym typeface="宋体" charset="-122"/>
              </a:rPr>
              <a:t>实现销售榜单下载功能</a:t>
            </a:r>
          </a:p>
        </p:txBody>
      </p:sp>
    </p:spTree>
    <p:custDataLst>
      <p:tags r:id="rId1"/>
    </p:custDataLst>
    <p:extLst>
      <p:ext uri="{BB962C8B-B14F-4D97-AF65-F5344CB8AC3E}">
        <p14:creationId xmlns:p14="http://schemas.microsoft.com/office/powerpoint/2010/main" val="32173365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255813" y="3719492"/>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4" name="TextBox 3"/>
          <p:cNvSpPr txBox="1">
            <a:spLocks noChangeArrowheads="1"/>
          </p:cNvSpPr>
          <p:nvPr/>
        </p:nvSpPr>
        <p:spPr bwMode="auto">
          <a:xfrm>
            <a:off x="1268116" y="3702079"/>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5" name="矩形 4"/>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6" name="圆角矩形 5"/>
          <p:cNvSpPr/>
          <p:nvPr/>
        </p:nvSpPr>
        <p:spPr>
          <a:xfrm>
            <a:off x="1339950" y="4460537"/>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15-5】</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7" name="矩形 6"/>
          <p:cNvSpPr/>
          <p:nvPr/>
        </p:nvSpPr>
        <p:spPr>
          <a:xfrm>
            <a:off x="1644750" y="3705205"/>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8" name="直接连接符 7"/>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02656" y="4075092"/>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1" name="TextBox 10"/>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2" name="矩形 11"/>
          <p:cNvSpPr/>
          <p:nvPr/>
        </p:nvSpPr>
        <p:spPr>
          <a:xfrm>
            <a:off x="2916337" y="2636912"/>
            <a:ext cx="3671887" cy="1446550"/>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创建下载页面</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运行项目，查看结果</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3" name="矩形 12"/>
          <p:cNvSpPr/>
          <p:nvPr/>
        </p:nvSpPr>
        <p:spPr>
          <a:xfrm>
            <a:off x="2916338" y="2188418"/>
            <a:ext cx="1877437"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销售榜单下载功能</a:t>
            </a:r>
            <a:r>
              <a:rPr lang="zh-CN" altLang="zh-CN" sz="1200" dirty="0" smtClean="0">
                <a:solidFill>
                  <a:schemeClr val="tx1">
                    <a:lumMod val="65000"/>
                    <a:lumOff val="35000"/>
                  </a:schemeClr>
                </a:solidFill>
                <a:latin typeface="微软雅黑" pitchFamily="34" charset="-122"/>
                <a:ea typeface="微软雅黑" pitchFamily="34" charset="-122"/>
              </a:rPr>
              <a:t>。</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15-5】</a:t>
            </a:r>
            <a:r>
              <a:rPr lang="zh-CN" altLang="en-US" sz="3200" b="1" dirty="0">
                <a:solidFill>
                  <a:srgbClr val="006BA9"/>
                </a:solidFill>
                <a:latin typeface="微软雅黑" pitchFamily="34" charset="-122"/>
                <a:ea typeface="微软雅黑" pitchFamily="34" charset="-122"/>
                <a:sym typeface="宋体" charset="-122"/>
              </a:rPr>
              <a:t>实现销售榜单下载功能</a:t>
            </a:r>
          </a:p>
        </p:txBody>
      </p:sp>
    </p:spTree>
    <p:custDataLst>
      <p:tags r:id="rId1"/>
    </p:custDataLst>
    <p:extLst>
      <p:ext uri="{BB962C8B-B14F-4D97-AF65-F5344CB8AC3E}">
        <p14:creationId xmlns:p14="http://schemas.microsoft.com/office/powerpoint/2010/main" val="17344069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对角圆角矩形 10"/>
          <p:cNvSpPr/>
          <p:nvPr/>
        </p:nvSpPr>
        <p:spPr>
          <a:xfrm>
            <a:off x="1115616" y="4077072"/>
            <a:ext cx="4680520"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5"/>
          <p:cNvSpPr txBox="1"/>
          <p:nvPr/>
        </p:nvSpPr>
        <p:spPr>
          <a:xfrm>
            <a:off x="1458516" y="4211796"/>
            <a:ext cx="3360415" cy="369332"/>
          </a:xfrm>
          <a:prstGeom prst="rect">
            <a:avLst/>
          </a:prstGeom>
          <a:noFill/>
        </p:spPr>
        <p:txBody>
          <a:bodyPr vert="horz" wrap="square" lIns="0" tIns="0" rIns="0" bIns="0" rtlCol="0" anchor="ctr">
            <a:spAutoFit/>
          </a:bodyPr>
          <a:lstStyle/>
          <a:p>
            <a:r>
              <a:rPr lang="en-US" altLang="zh-CN" sz="2400" dirty="0" smtClean="0">
                <a:solidFill>
                  <a:schemeClr val="bg1"/>
                </a:solidFill>
                <a:latin typeface="Impact" pitchFamily="34" charset="0"/>
                <a:ea typeface="微软雅黑" pitchFamily="34" charset="-122"/>
              </a:rPr>
              <a:t>15.4    </a:t>
            </a:r>
            <a:r>
              <a:rPr lang="zh-CN" altLang="en-US" sz="2400" dirty="0" smtClean="0">
                <a:solidFill>
                  <a:schemeClr val="bg1"/>
                </a:solidFill>
                <a:latin typeface="Impact" pitchFamily="34" charset="0"/>
                <a:ea typeface="微软雅黑" pitchFamily="34" charset="-122"/>
              </a:rPr>
              <a:t>订单管理模块</a:t>
            </a:r>
            <a:endParaRPr lang="zh-CN" altLang="en-US" sz="2400" dirty="0">
              <a:solidFill>
                <a:schemeClr val="bg1"/>
              </a:solidFill>
              <a:latin typeface="Impact" pitchFamily="34" charset="0"/>
              <a:ea typeface="微软雅黑" pitchFamily="34" charset="-122"/>
            </a:endParaRPr>
          </a:p>
        </p:txBody>
      </p:sp>
      <p:sp>
        <p:nvSpPr>
          <p:cNvPr id="5" name="TextBox 10"/>
          <p:cNvSpPr txBox="1"/>
          <p:nvPr/>
        </p:nvSpPr>
        <p:spPr>
          <a:xfrm>
            <a:off x="1458516" y="2723631"/>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15.2</a:t>
            </a:r>
            <a:r>
              <a:rPr lang="en-US" altLang="zh-CN" sz="2400" dirty="0" smtClean="0">
                <a:solidFill>
                  <a:srgbClr val="CD1F06"/>
                </a:solidFill>
                <a:latin typeface="Impact" pitchFamily="34" charset="0"/>
                <a:ea typeface="微软雅黑" pitchFamily="34" charset="-122"/>
              </a:rPr>
              <a:t>    </a:t>
            </a:r>
            <a:r>
              <a:rPr lang="zh-CN" altLang="en-US" sz="2400" dirty="0" smtClean="0">
                <a:solidFill>
                  <a:srgbClr val="7F7F7F"/>
                </a:solidFill>
                <a:latin typeface="Impact" pitchFamily="34" charset="0"/>
                <a:ea typeface="微软雅黑" pitchFamily="34" charset="-122"/>
              </a:rPr>
              <a:t>商品管理模块</a:t>
            </a:r>
            <a:endParaRPr lang="zh-CN" altLang="en-US" sz="2400" dirty="0">
              <a:solidFill>
                <a:srgbClr val="7F7F7F"/>
              </a:solidFill>
              <a:latin typeface="Impact" pitchFamily="34" charset="0"/>
              <a:ea typeface="微软雅黑" pitchFamily="34" charset="-122"/>
            </a:endParaRPr>
          </a:p>
        </p:txBody>
      </p:sp>
      <p:sp>
        <p:nvSpPr>
          <p:cNvPr id="6" name="TextBox 11"/>
          <p:cNvSpPr txBox="1"/>
          <p:nvPr/>
        </p:nvSpPr>
        <p:spPr>
          <a:xfrm>
            <a:off x="1458516" y="3467714"/>
            <a:ext cx="3360415" cy="369332"/>
          </a:xfrm>
          <a:prstGeom prst="rect">
            <a:avLst/>
          </a:prstGeom>
          <a:noFill/>
        </p:spPr>
        <p:txBody>
          <a:bodyPr vert="horz" wrap="square" lIns="0" tIns="0" rIns="0" bIns="0" rtlCol="0" anchor="ctr">
            <a:spAutoFit/>
          </a:bodyPr>
          <a:lstStyle/>
          <a:p>
            <a:r>
              <a:rPr lang="en-US" altLang="zh-CN" sz="2400" dirty="0" smtClean="0">
                <a:solidFill>
                  <a:srgbClr val="7F7F7F"/>
                </a:solidFill>
                <a:latin typeface="Impact" pitchFamily="34" charset="0"/>
                <a:ea typeface="微软雅黑" pitchFamily="34" charset="-122"/>
              </a:rPr>
              <a:t>15.3    </a:t>
            </a:r>
            <a:r>
              <a:rPr lang="zh-CN" altLang="en-US" sz="2400" dirty="0" smtClean="0">
                <a:solidFill>
                  <a:srgbClr val="7F7F7F"/>
                </a:solidFill>
                <a:latin typeface="Impact" pitchFamily="34" charset="0"/>
                <a:ea typeface="微软雅黑" pitchFamily="34" charset="-122"/>
              </a:rPr>
              <a:t>销量榜单模块</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56903"/>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TextBox 1"/>
          <p:cNvSpPr txBox="1"/>
          <p:nvPr/>
        </p:nvSpPr>
        <p:spPr>
          <a:xfrm>
            <a:off x="4860032" y="2749857"/>
            <a:ext cx="3566358" cy="1831271"/>
          </a:xfrm>
          <a:prstGeom prst="rect">
            <a:avLst/>
          </a:prstGeom>
          <a:noFill/>
        </p:spPr>
        <p:txBody>
          <a:bodyPr wrap="square" rtlCol="0" anchor="ctr">
            <a:spAutoFit/>
          </a:bodyPr>
          <a:lstStyle/>
          <a:p>
            <a:pPr algn="ctr">
              <a:lnSpc>
                <a:spcPct val="150000"/>
              </a:lnSpc>
            </a:pPr>
            <a:r>
              <a:rPr lang="zh-CN" altLang="en-US" sz="5400" b="1" dirty="0"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p>
        </p:txBody>
      </p:sp>
      <p:sp>
        <p:nvSpPr>
          <p:cNvPr id="12" name="TextBox 6"/>
          <p:cNvSpPr txBox="1"/>
          <p:nvPr/>
        </p:nvSpPr>
        <p:spPr>
          <a:xfrm>
            <a:off x="1458516" y="1979548"/>
            <a:ext cx="3360415" cy="369332"/>
          </a:xfrm>
          <a:prstGeom prst="rect">
            <a:avLst/>
          </a:prstGeom>
          <a:noFill/>
        </p:spPr>
        <p:txBody>
          <a:bodyPr vert="horz" wrap="square" lIns="0" tIns="0" rIns="0" bIns="0" rtlCol="0" anchor="ctr">
            <a:spAutoFit/>
          </a:bodyPr>
          <a:lstStyle/>
          <a:p>
            <a:pPr algn="l"/>
            <a:r>
              <a:rPr lang="en-US" altLang="zh-CN" sz="2400" dirty="0">
                <a:solidFill>
                  <a:srgbClr val="7F7F7F"/>
                </a:solidFill>
                <a:latin typeface="Impact" pitchFamily="34" charset="0"/>
                <a:ea typeface="微软雅黑" pitchFamily="34" charset="-122"/>
              </a:rPr>
              <a:t>15.1    </a:t>
            </a:r>
            <a:r>
              <a:rPr lang="zh-CN" altLang="en-US" sz="2400" dirty="0">
                <a:solidFill>
                  <a:srgbClr val="7F7F7F"/>
                </a:solidFill>
                <a:latin typeface="Impact" pitchFamily="34" charset="0"/>
                <a:ea typeface="微软雅黑" pitchFamily="34" charset="-122"/>
              </a:rPr>
              <a:t>后台管理系统概述</a:t>
            </a:r>
          </a:p>
        </p:txBody>
      </p:sp>
      <p:sp>
        <p:nvSpPr>
          <p:cNvPr id="13"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18078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4" name="矩形 3"/>
          <p:cNvSpPr/>
          <p:nvPr/>
        </p:nvSpPr>
        <p:spPr bwMode="auto">
          <a:xfrm>
            <a:off x="538931" y="1814878"/>
            <a:ext cx="8137525" cy="161412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5" name="矩形 23"/>
          <p:cNvSpPr>
            <a:spLocks noChangeArrowheads="1"/>
          </p:cNvSpPr>
          <p:nvPr/>
        </p:nvSpPr>
        <p:spPr bwMode="auto">
          <a:xfrm>
            <a:off x="538931" y="1845040"/>
            <a:ext cx="8137525" cy="1511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85750" indent="-285750">
              <a:lnSpc>
                <a:spcPct val="150000"/>
              </a:lnSpc>
              <a:buFont typeface="Arial" panose="020B0604020202020204" pitchFamily="34" charset="0"/>
              <a:buChar char="–"/>
            </a:pPr>
            <a:r>
              <a:rPr lang="zh-CN" altLang="zh-CN" sz="1600" dirty="0"/>
              <a:t>传智书城中的订单管理是对订单信息，比如订单编号、订单收件人、订单总价和订单所属用户等内容的管理，这些订单信息是由传智书城网站前台用户提交订单时生成的。传智书城后台管理系统中的订单管理模块主要实现三个功能，分别是查询订单列表、查看订单详情和删除订单信息。</a:t>
            </a:r>
            <a:endParaRPr lang="zh-CN" altLang="zh-CN" sz="1600" dirty="0">
              <a:latin typeface="+mn-ea"/>
            </a:endParaRPr>
          </a:p>
        </p:txBody>
      </p:sp>
      <p:sp>
        <p:nvSpPr>
          <p:cNvPr id="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对象 8"/>
          <p:cNvGraphicFramePr>
            <a:graphicFrameLocks noChangeAspect="1"/>
          </p:cNvGraphicFramePr>
          <p:nvPr>
            <p:extLst>
              <p:ext uri="{D42A27DB-BD31-4B8C-83A1-F6EECF244321}">
                <p14:modId xmlns:p14="http://schemas.microsoft.com/office/powerpoint/2010/main" val="2535546318"/>
              </p:ext>
            </p:extLst>
          </p:nvPr>
        </p:nvGraphicFramePr>
        <p:xfrm>
          <a:off x="3314700" y="4149080"/>
          <a:ext cx="1257300" cy="2047875"/>
        </p:xfrm>
        <a:graphic>
          <a:graphicData uri="http://schemas.openxmlformats.org/presentationml/2006/ole">
            <mc:AlternateContent xmlns:mc="http://schemas.openxmlformats.org/markup-compatibility/2006">
              <mc:Choice xmlns:v="urn:schemas-microsoft-com:vml" Requires="v">
                <p:oleObj spid="_x0000_s14404" name="Visio" r:id="rId5" imgW="1820070" imgH="2954547" progId="Visio.Drawing.11">
                  <p:embed/>
                </p:oleObj>
              </mc:Choice>
              <mc:Fallback>
                <p:oleObj name="Visio" r:id="rId5" imgW="1820070" imgH="2954547" progId="Visio.Drawing.11">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4700" y="4149080"/>
                        <a:ext cx="1257300" cy="204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内容占位符 2"/>
          <p:cNvSpPr txBox="1">
            <a:spLocks/>
          </p:cNvSpPr>
          <p:nvPr/>
        </p:nvSpPr>
        <p:spPr bwMode="auto">
          <a:xfrm>
            <a:off x="395536" y="3536975"/>
            <a:ext cx="7975600" cy="68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000" b="1" kern="0" smtClean="0">
                <a:solidFill>
                  <a:srgbClr val="0070C0"/>
                </a:solidFill>
                <a:latin typeface="Arial"/>
                <a:ea typeface="宋体"/>
              </a:rPr>
              <a:t>订单管理模块的主要功能：</a:t>
            </a:r>
            <a:endParaRPr lang="en-US" altLang="zh-CN" sz="2000" b="1" kern="0" dirty="0">
              <a:solidFill>
                <a:srgbClr val="0070C0"/>
              </a:solidFill>
              <a:latin typeface="Arial"/>
              <a:ea typeface="宋体"/>
            </a:endParaRPr>
          </a:p>
        </p:txBody>
      </p:sp>
      <p:sp>
        <p:nvSpPr>
          <p:cNvPr id="11"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15.4.1 </a:t>
            </a:r>
            <a:r>
              <a:rPr lang="zh-CN" altLang="en-US" sz="3200" b="1" dirty="0">
                <a:solidFill>
                  <a:srgbClr val="006BA9"/>
                </a:solidFill>
                <a:latin typeface="微软雅黑" pitchFamily="34" charset="-122"/>
                <a:ea typeface="微软雅黑" pitchFamily="34" charset="-122"/>
                <a:sym typeface="宋体" charset="-122"/>
              </a:rPr>
              <a:t>订单管理模块简介</a:t>
            </a:r>
          </a:p>
        </p:txBody>
      </p:sp>
    </p:spTree>
    <p:custDataLst>
      <p:tags r:id="rId2"/>
    </p:custDataLst>
    <p:extLst>
      <p:ext uri="{BB962C8B-B14F-4D97-AF65-F5344CB8AC3E}">
        <p14:creationId xmlns:p14="http://schemas.microsoft.com/office/powerpoint/2010/main" val="3560006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up)">
                                      <p:cBhvr>
                                        <p:cTn id="14" dur="500"/>
                                        <p:tgtEl>
                                          <p:spTgt spid="10"/>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255813" y="3719492"/>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4" name="TextBox 3"/>
          <p:cNvSpPr txBox="1">
            <a:spLocks noChangeArrowheads="1"/>
          </p:cNvSpPr>
          <p:nvPr/>
        </p:nvSpPr>
        <p:spPr bwMode="auto">
          <a:xfrm>
            <a:off x="1268116" y="3702079"/>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5" name="矩形 4"/>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6" name="圆角矩形 5"/>
          <p:cNvSpPr/>
          <p:nvPr/>
        </p:nvSpPr>
        <p:spPr>
          <a:xfrm>
            <a:off x="1339950" y="4460537"/>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15-6】</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7" name="矩形 6"/>
          <p:cNvSpPr/>
          <p:nvPr/>
        </p:nvSpPr>
        <p:spPr>
          <a:xfrm>
            <a:off x="1644750" y="3705205"/>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8" name="直接连接符 7"/>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02656" y="4075092"/>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1" name="TextBox 10"/>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2" name="矩形 11"/>
          <p:cNvSpPr/>
          <p:nvPr/>
        </p:nvSpPr>
        <p:spPr>
          <a:xfrm>
            <a:off x="2916337" y="290906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实现查询订单列表页的数据展示</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3" name="矩形 12"/>
          <p:cNvSpPr/>
          <p:nvPr/>
        </p:nvSpPr>
        <p:spPr>
          <a:xfrm>
            <a:off x="2916338" y="2188418"/>
            <a:ext cx="1877437" cy="308995"/>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查询订单列表功能</a:t>
            </a:r>
            <a:r>
              <a:rPr lang="zh-CN" altLang="zh-CN" sz="1200" dirty="0" smtClean="0">
                <a:solidFill>
                  <a:schemeClr val="tx1">
                    <a:lumMod val="65000"/>
                    <a:lumOff val="35000"/>
                  </a:schemeClr>
                </a:solidFill>
                <a:latin typeface="微软雅黑" pitchFamily="34" charset="-122"/>
                <a:ea typeface="微软雅黑" pitchFamily="34" charset="-122"/>
              </a:rPr>
              <a:t>。</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15-6】</a:t>
            </a:r>
            <a:r>
              <a:rPr lang="zh-CN" altLang="en-US" sz="3200" b="1" dirty="0">
                <a:solidFill>
                  <a:srgbClr val="006BA9"/>
                </a:solidFill>
                <a:latin typeface="微软雅黑" pitchFamily="34" charset="-122"/>
                <a:ea typeface="微软雅黑" pitchFamily="34" charset="-122"/>
                <a:sym typeface="宋体" charset="-122"/>
              </a:rPr>
              <a:t>实现查询订单列表功能</a:t>
            </a:r>
          </a:p>
        </p:txBody>
      </p:sp>
    </p:spTree>
    <p:custDataLst>
      <p:tags r:id="rId1"/>
    </p:custDataLst>
    <p:extLst>
      <p:ext uri="{BB962C8B-B14F-4D97-AF65-F5344CB8AC3E}">
        <p14:creationId xmlns:p14="http://schemas.microsoft.com/office/powerpoint/2010/main" val="14238582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255813" y="3719492"/>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4" name="TextBox 3"/>
          <p:cNvSpPr txBox="1">
            <a:spLocks noChangeArrowheads="1"/>
          </p:cNvSpPr>
          <p:nvPr/>
        </p:nvSpPr>
        <p:spPr bwMode="auto">
          <a:xfrm>
            <a:off x="1268116" y="3702079"/>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5" name="矩形 4"/>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6" name="圆角矩形 5"/>
          <p:cNvSpPr/>
          <p:nvPr/>
        </p:nvSpPr>
        <p:spPr>
          <a:xfrm>
            <a:off x="1339950" y="4460537"/>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15-7】</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7" name="矩形 6"/>
          <p:cNvSpPr/>
          <p:nvPr/>
        </p:nvSpPr>
        <p:spPr>
          <a:xfrm>
            <a:off x="1644750" y="3705205"/>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8" name="直接连接符 7"/>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02656" y="4075092"/>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1" name="TextBox 10"/>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2" name="矩形 11"/>
          <p:cNvSpPr/>
          <p:nvPr/>
        </p:nvSpPr>
        <p:spPr>
          <a:xfrm>
            <a:off x="2916337" y="290906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创建显示页面</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3" name="矩形 12"/>
          <p:cNvSpPr/>
          <p:nvPr/>
        </p:nvSpPr>
        <p:spPr>
          <a:xfrm>
            <a:off x="2916338" y="2188418"/>
            <a:ext cx="1877437"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查询订单详情功能</a:t>
            </a:r>
            <a:r>
              <a:rPr lang="zh-CN" altLang="zh-CN" sz="1200" dirty="0" smtClean="0">
                <a:solidFill>
                  <a:schemeClr val="tx1">
                    <a:lumMod val="65000"/>
                    <a:lumOff val="35000"/>
                  </a:schemeClr>
                </a:solidFill>
                <a:latin typeface="微软雅黑" pitchFamily="34" charset="-122"/>
                <a:ea typeface="微软雅黑" pitchFamily="34" charset="-122"/>
              </a:rPr>
              <a:t>。</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15-7】</a:t>
            </a:r>
            <a:r>
              <a:rPr lang="zh-CN" altLang="en-US" sz="3200" b="1" dirty="0">
                <a:solidFill>
                  <a:srgbClr val="006BA9"/>
                </a:solidFill>
                <a:latin typeface="微软雅黑" pitchFamily="34" charset="-122"/>
                <a:ea typeface="微软雅黑" pitchFamily="34" charset="-122"/>
                <a:sym typeface="宋体" charset="-122"/>
              </a:rPr>
              <a:t>实现查看订单详情功能</a:t>
            </a:r>
          </a:p>
        </p:txBody>
      </p:sp>
    </p:spTree>
    <p:custDataLst>
      <p:tags r:id="rId1"/>
    </p:custDataLst>
    <p:extLst>
      <p:ext uri="{BB962C8B-B14F-4D97-AF65-F5344CB8AC3E}">
        <p14:creationId xmlns:p14="http://schemas.microsoft.com/office/powerpoint/2010/main" val="603408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7056784"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255813" y="3719492"/>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schemeClr val="bg1"/>
              </a:solidFill>
              <a:latin typeface="Arial" charset="0"/>
            </a:endParaRPr>
          </a:p>
        </p:txBody>
      </p:sp>
      <p:sp>
        <p:nvSpPr>
          <p:cNvPr id="4" name="TextBox 3"/>
          <p:cNvSpPr txBox="1">
            <a:spLocks noChangeArrowheads="1"/>
          </p:cNvSpPr>
          <p:nvPr/>
        </p:nvSpPr>
        <p:spPr bwMode="auto">
          <a:xfrm>
            <a:off x="1268116" y="3702079"/>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smtClean="0">
                <a:ln>
                  <a:noFill/>
                </a:ln>
                <a:solidFill>
                  <a:sysClr val="window" lastClr="FFFFFF"/>
                </a:solidFill>
                <a:effectLst/>
                <a:uLnTx/>
                <a:uFillTx/>
                <a:latin typeface="Verdana" pitchFamily="34" charset="0"/>
                <a:ea typeface="宋体" charset="-122"/>
              </a:rPr>
              <a:t>2</a:t>
            </a:r>
            <a:endParaRPr kumimoji="0" lang="zh-CN" altLang="en-US" sz="1800" b="1" i="0" u="none" strike="noStrike" kern="0" cap="none" spc="0" normalizeH="0" baseline="0" noProof="0" dirty="0" smtClean="0">
              <a:ln>
                <a:noFill/>
              </a:ln>
              <a:solidFill>
                <a:sysClr val="window" lastClr="FFFFFF"/>
              </a:solidFill>
              <a:effectLst/>
              <a:uLnTx/>
              <a:uFillTx/>
              <a:latin typeface="Verdana" pitchFamily="34" charset="0"/>
              <a:ea typeface="宋体" charset="-122"/>
            </a:endParaRPr>
          </a:p>
        </p:txBody>
      </p:sp>
      <p:sp>
        <p:nvSpPr>
          <p:cNvPr id="5" name="矩形 4"/>
          <p:cNvSpPr/>
          <p:nvPr/>
        </p:nvSpPr>
        <p:spPr>
          <a:xfrm>
            <a:off x="1644750" y="2132856"/>
            <a:ext cx="1152525" cy="345094"/>
          </a:xfrm>
          <a:prstGeom prst="rect">
            <a:avLst/>
          </a:prstGeom>
        </p:spPr>
        <p:txBody>
          <a:bodyPr>
            <a:spAutoFit/>
          </a:bodyPr>
          <a:lstStyle/>
          <a:p>
            <a:pPr marL="0" marR="0" lvl="0" indent="0" defTabSz="914400" eaLnBrk="1" fontAlgn="auto" latinLnBrk="0" hangingPunct="1">
              <a:lnSpc>
                <a:spcPct val="130000"/>
              </a:lnSpc>
              <a:spcBef>
                <a:spcPts val="0"/>
              </a:spcBef>
              <a:spcAft>
                <a:spcPts val="300"/>
              </a:spcAft>
              <a:buClrTx/>
              <a:buSzTx/>
              <a:buFontTx/>
              <a:buNone/>
              <a:tabLst/>
              <a:defRPr/>
            </a:pPr>
            <a:r>
              <a:rPr lang="zh-CN" altLang="en-US" sz="1400" b="1" kern="0" dirty="0" smtClean="0">
                <a:solidFill>
                  <a:srgbClr val="0070C0"/>
                </a:solidFill>
                <a:latin typeface="微软雅黑" pitchFamily="34" charset="-122"/>
                <a:ea typeface="微软雅黑" pitchFamily="34" charset="-122"/>
              </a:rPr>
              <a:t>任务目标</a:t>
            </a:r>
            <a:r>
              <a:rPr kumimoji="0" lang="zh-CN" altLang="en-US" sz="1400" b="1" i="0" u="none" strike="noStrike" kern="0" cap="none" spc="0" normalizeH="0" baseline="0" noProof="0" dirty="0" smtClean="0">
                <a:ln>
                  <a:noFill/>
                </a:ln>
                <a:solidFill>
                  <a:srgbClr val="0070C0"/>
                </a:solidFill>
                <a:effectLst/>
                <a:uLnTx/>
                <a:uFillTx/>
                <a:latin typeface="微软雅黑" pitchFamily="34" charset="-122"/>
                <a:ea typeface="微软雅黑" pitchFamily="34" charset="-122"/>
              </a:rPr>
              <a:t>：</a:t>
            </a:r>
            <a:endParaRPr kumimoji="0" lang="en-US" altLang="zh-CN" sz="1200" b="0" i="0" u="none" strike="noStrike" kern="0" cap="none" spc="0" normalizeH="0" baseline="0" noProof="0" dirty="0">
              <a:ln>
                <a:noFill/>
              </a:ln>
              <a:solidFill>
                <a:srgbClr val="0070C0"/>
              </a:solidFill>
              <a:effectLst/>
              <a:uLnTx/>
              <a:uFillTx/>
              <a:latin typeface="微软雅黑" pitchFamily="34" charset="-122"/>
              <a:ea typeface="微软雅黑" pitchFamily="34" charset="-122"/>
            </a:endParaRPr>
          </a:p>
        </p:txBody>
      </p:sp>
      <p:sp>
        <p:nvSpPr>
          <p:cNvPr id="6" name="圆角矩形 5"/>
          <p:cNvSpPr/>
          <p:nvPr/>
        </p:nvSpPr>
        <p:spPr>
          <a:xfrm>
            <a:off x="1339950" y="4460537"/>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lvl="0" algn="ctr">
              <a:defRPr/>
            </a:pPr>
            <a:r>
              <a:rPr kumimoji="0" lang="zh-CN" altLang="en-US" sz="1800" b="1" i="0" u="none" strike="noStrike" kern="0" cap="none" spc="0" normalizeH="0" baseline="0" noProof="0" dirty="0">
                <a:ln>
                  <a:noFill/>
                </a:ln>
                <a:solidFill>
                  <a:sysClr val="window" lastClr="FFFFFF"/>
                </a:solidFill>
                <a:effectLst/>
                <a:uLnTx/>
                <a:uFillTx/>
                <a:latin typeface="Arial"/>
                <a:ea typeface="宋体"/>
              </a:rPr>
              <a:t>案例代码（详</a:t>
            </a:r>
            <a:r>
              <a:rPr kumimoji="0" lang="zh-CN" altLang="en-US" sz="1800" b="1" i="0" u="none" strike="noStrike" kern="0" cap="none" spc="0" normalizeH="0" baseline="0" noProof="0">
                <a:ln>
                  <a:noFill/>
                </a:ln>
                <a:solidFill>
                  <a:sysClr val="window" lastClr="FFFFFF"/>
                </a:solidFill>
                <a:effectLst/>
                <a:uLnTx/>
                <a:uFillTx/>
                <a:latin typeface="Arial"/>
                <a:ea typeface="宋体"/>
              </a:rPr>
              <a:t>见</a:t>
            </a:r>
            <a:r>
              <a:rPr kumimoji="0" lang="zh-CN" altLang="en-US" sz="1800" b="1" i="0" u="none" strike="noStrike" kern="0" cap="none" spc="0" normalizeH="0" baseline="0" noProof="0" smtClean="0">
                <a:ln>
                  <a:noFill/>
                </a:ln>
                <a:solidFill>
                  <a:sysClr val="window" lastClr="FFFFFF"/>
                </a:solidFill>
                <a:effectLst/>
                <a:uLnTx/>
                <a:uFillTx/>
                <a:latin typeface="Arial"/>
                <a:ea typeface="宋体"/>
              </a:rPr>
              <a:t>教材</a:t>
            </a:r>
            <a:r>
              <a:rPr lang="en-US" altLang="zh-CN" b="1" kern="0">
                <a:solidFill>
                  <a:sysClr val="window" lastClr="FFFFFF"/>
                </a:solidFill>
                <a:latin typeface="Arial"/>
              </a:rPr>
              <a:t>【</a:t>
            </a:r>
            <a:r>
              <a:rPr lang="zh-CN" altLang="en-US" b="1" kern="0">
                <a:solidFill>
                  <a:sysClr val="window" lastClr="FFFFFF"/>
                </a:solidFill>
                <a:latin typeface="Arial"/>
              </a:rPr>
              <a:t>任务</a:t>
            </a:r>
            <a:r>
              <a:rPr lang="en-US" altLang="zh-CN" b="1" kern="0" smtClean="0">
                <a:solidFill>
                  <a:sysClr val="window" lastClr="FFFFFF"/>
                </a:solidFill>
                <a:latin typeface="Arial"/>
              </a:rPr>
              <a:t>15-8】</a:t>
            </a:r>
            <a:r>
              <a:rPr lang="zh-CN" altLang="en-US" b="1" kern="0">
                <a:solidFill>
                  <a:sysClr val="window" lastClr="FFFFFF"/>
                </a:solidFill>
                <a:latin typeface="Arial"/>
              </a:rPr>
              <a:t>中的实现步骤）</a:t>
            </a:r>
            <a:endParaRPr kumimoji="0" lang="en-US" altLang="zh-CN" sz="1800" b="1" i="0" u="none" strike="noStrike" kern="0" cap="none" spc="0" normalizeH="0" baseline="0" noProof="0" dirty="0">
              <a:ln>
                <a:noFill/>
              </a:ln>
              <a:solidFill>
                <a:sysClr val="window" lastClr="FFFFFF"/>
              </a:solidFill>
              <a:effectLst/>
              <a:uLnTx/>
              <a:uFillTx/>
              <a:latin typeface="Arial"/>
              <a:ea typeface="宋体"/>
            </a:endParaRPr>
          </a:p>
        </p:txBody>
      </p:sp>
      <p:sp>
        <p:nvSpPr>
          <p:cNvPr id="7" name="矩形 6"/>
          <p:cNvSpPr/>
          <p:nvPr/>
        </p:nvSpPr>
        <p:spPr>
          <a:xfrm>
            <a:off x="1644750" y="3705205"/>
            <a:ext cx="1152525" cy="36988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实现步骤：</a:t>
            </a:r>
            <a:r>
              <a:rPr kumimoji="0" lang="zh-CN" altLang="en-US" sz="1800" b="1" i="0" u="none" strike="noStrike" kern="0" cap="none" spc="0" normalizeH="0" baseline="0" noProof="0" dirty="0">
                <a:ln>
                  <a:noFill/>
                </a:ln>
                <a:solidFill>
                  <a:srgbClr val="0070C0"/>
                </a:solidFill>
                <a:effectLst/>
                <a:uLnTx/>
                <a:uFillTx/>
                <a:latin typeface="微软雅黑" pitchFamily="34" charset="-122"/>
                <a:ea typeface="微软雅黑" pitchFamily="34" charset="-122"/>
              </a:rPr>
              <a:t> </a:t>
            </a:r>
            <a:endParaRPr kumimoji="0" lang="zh-CN" altLang="en-US" sz="1800" b="0" i="0" u="none" strike="noStrike" kern="0" cap="none" spc="0" normalizeH="0" baseline="0" noProof="0" dirty="0">
              <a:ln>
                <a:noFill/>
              </a:ln>
              <a:solidFill>
                <a:srgbClr val="0070C0"/>
              </a:solidFill>
              <a:effectLst/>
              <a:uLnTx/>
              <a:uFillTx/>
              <a:latin typeface="Arial" pitchFamily="34" charset="0"/>
              <a:ea typeface="宋体" pitchFamily="2" charset="-122"/>
            </a:endParaRPr>
          </a:p>
        </p:txBody>
      </p:sp>
      <p:cxnSp>
        <p:nvCxnSpPr>
          <p:cNvPr id="8" name="直接连接符 7"/>
          <p:cNvCxnSpPr/>
          <p:nvPr/>
        </p:nvCxnSpPr>
        <p:spPr>
          <a:xfrm>
            <a:off x="1465363" y="2520206"/>
            <a:ext cx="5287129" cy="11979"/>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02656" y="4075092"/>
            <a:ext cx="5349836" cy="11497"/>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231270" y="2179482"/>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eaLnBrk="1" hangingPunct="1">
              <a:buFont typeface="Arial" pitchFamily="34" charset="0"/>
              <a:buNone/>
              <a:defRPr/>
            </a:pPr>
            <a:endParaRPr lang="zh-CN" altLang="en-US" dirty="0">
              <a:solidFill>
                <a:schemeClr val="bg1"/>
              </a:solidFill>
              <a:latin typeface="Arial" charset="0"/>
            </a:endParaRPr>
          </a:p>
        </p:txBody>
      </p:sp>
      <p:sp>
        <p:nvSpPr>
          <p:cNvPr id="11" name="TextBox 10"/>
          <p:cNvSpPr txBox="1">
            <a:spLocks noChangeArrowheads="1"/>
          </p:cNvSpPr>
          <p:nvPr/>
        </p:nvSpPr>
        <p:spPr bwMode="auto">
          <a:xfrm>
            <a:off x="1238414" y="2170162"/>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schemeClr val="bg1"/>
                </a:solidFill>
                <a:latin typeface="Verdana" pitchFamily="34" charset="0"/>
              </a:rPr>
              <a:t>1</a:t>
            </a:r>
            <a:endParaRPr lang="zh-CN" altLang="en-US" b="1">
              <a:solidFill>
                <a:schemeClr val="bg1"/>
              </a:solidFill>
              <a:latin typeface="Verdana" pitchFamily="34" charset="0"/>
            </a:endParaRPr>
          </a:p>
        </p:txBody>
      </p:sp>
      <p:sp>
        <p:nvSpPr>
          <p:cNvPr id="12" name="矩形 11"/>
          <p:cNvSpPr/>
          <p:nvPr/>
        </p:nvSpPr>
        <p:spPr>
          <a:xfrm>
            <a:off x="2916337" y="2909060"/>
            <a:ext cx="3671887" cy="1168012"/>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编辑页面代码</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创建</a:t>
            </a:r>
            <a:r>
              <a:rPr lang="en-US" altLang="zh-CN" sz="1200" dirty="0" smtClean="0">
                <a:solidFill>
                  <a:schemeClr val="tx1">
                    <a:lumMod val="65000"/>
                    <a:lumOff val="35000"/>
                  </a:schemeClr>
                </a:solidFill>
                <a:latin typeface="微软雅黑" pitchFamily="34" charset="-122"/>
                <a:ea typeface="微软雅黑" pitchFamily="34" charset="-122"/>
              </a:rPr>
              <a:t>Service</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dirty="0" smtClean="0">
                <a:solidFill>
                  <a:schemeClr val="tx1">
                    <a:lumMod val="65000"/>
                    <a:lumOff val="35000"/>
                  </a:schemeClr>
                </a:solidFill>
                <a:latin typeface="微软雅黑" pitchFamily="34" charset="-122"/>
                <a:ea typeface="微软雅黑" pitchFamily="34" charset="-122"/>
              </a:rPr>
              <a:t>编写</a:t>
            </a:r>
            <a:r>
              <a:rPr lang="en-US" altLang="zh-CN" sz="1200" dirty="0" smtClean="0">
                <a:solidFill>
                  <a:schemeClr val="tx1">
                    <a:lumMod val="65000"/>
                    <a:lumOff val="35000"/>
                  </a:schemeClr>
                </a:solidFill>
                <a:latin typeface="微软雅黑" pitchFamily="34" charset="-122"/>
                <a:ea typeface="微软雅黑" pitchFamily="34" charset="-122"/>
              </a:rPr>
              <a:t>DAO</a:t>
            </a:r>
            <a:r>
              <a:rPr lang="zh-CN" altLang="en-US" sz="1200" dirty="0" smtClean="0">
                <a:solidFill>
                  <a:schemeClr val="tx1">
                    <a:lumMod val="65000"/>
                    <a:lumOff val="35000"/>
                  </a:schemeClr>
                </a:solidFill>
                <a:latin typeface="微软雅黑" pitchFamily="34" charset="-122"/>
                <a:ea typeface="微软雅黑" pitchFamily="34" charset="-122"/>
              </a:rPr>
              <a:t>层方法</a:t>
            </a:r>
            <a:endParaRPr lang="en-US" altLang="zh-CN" sz="1200" dirty="0" smtClean="0">
              <a:solidFill>
                <a:schemeClr val="tx1">
                  <a:lumMod val="65000"/>
                  <a:lumOff val="35000"/>
                </a:schemeClr>
              </a:solidFill>
              <a:latin typeface="微软雅黑" pitchFamily="34" charset="-122"/>
              <a:ea typeface="微软雅黑" pitchFamily="34" charset="-122"/>
            </a:endParaRPr>
          </a:p>
        </p:txBody>
      </p:sp>
      <p:sp>
        <p:nvSpPr>
          <p:cNvPr id="13" name="矩形 12"/>
          <p:cNvSpPr/>
          <p:nvPr/>
        </p:nvSpPr>
        <p:spPr>
          <a:xfrm>
            <a:off x="2916338" y="2188418"/>
            <a:ext cx="1569660" cy="332399"/>
          </a:xfrm>
          <a:prstGeom prst="rect">
            <a:avLst/>
          </a:prstGeom>
        </p:spPr>
        <p:txBody>
          <a:bodyPr wrap="none">
            <a:spAutoFit/>
          </a:bodyPr>
          <a:lstStyle/>
          <a:p>
            <a:pPr>
              <a:lnSpc>
                <a:spcPct val="130000"/>
              </a:lnSpc>
              <a:spcAft>
                <a:spcPts val="300"/>
              </a:spcAft>
              <a:defRPr/>
            </a:pPr>
            <a:r>
              <a:rPr lang="zh-CN" altLang="zh-CN" sz="1200" dirty="0" smtClean="0">
                <a:solidFill>
                  <a:schemeClr val="tx1">
                    <a:lumMod val="65000"/>
                    <a:lumOff val="35000"/>
                  </a:schemeClr>
                </a:solidFill>
                <a:latin typeface="微软雅黑" pitchFamily="34" charset="-122"/>
                <a:ea typeface="微软雅黑" pitchFamily="34" charset="-122"/>
              </a:rPr>
              <a:t>实现</a:t>
            </a:r>
            <a:r>
              <a:rPr lang="zh-CN" altLang="en-US" sz="1200" dirty="0" smtClean="0">
                <a:solidFill>
                  <a:schemeClr val="tx1">
                    <a:lumMod val="65000"/>
                    <a:lumOff val="35000"/>
                  </a:schemeClr>
                </a:solidFill>
                <a:latin typeface="微软雅黑" pitchFamily="34" charset="-122"/>
                <a:ea typeface="微软雅黑" pitchFamily="34" charset="-122"/>
              </a:rPr>
              <a:t>删除订单功能</a:t>
            </a:r>
            <a:r>
              <a:rPr lang="zh-CN" altLang="zh-CN" sz="1200" dirty="0" smtClean="0">
                <a:solidFill>
                  <a:schemeClr val="tx1">
                    <a:lumMod val="65000"/>
                    <a:lumOff val="35000"/>
                  </a:schemeClr>
                </a:solidFill>
                <a:latin typeface="微软雅黑" pitchFamily="34" charset="-122"/>
                <a:ea typeface="微软雅黑" pitchFamily="34" charset="-122"/>
              </a:rPr>
              <a:t>。</a:t>
            </a:r>
            <a:endParaRPr lang="zh-CN" altLang="zh-CN" sz="1200" dirty="0">
              <a:solidFill>
                <a:schemeClr val="tx1">
                  <a:lumMod val="65000"/>
                  <a:lumOff val="35000"/>
                </a:schemeClr>
              </a:solidFill>
              <a:latin typeface="微软雅黑" pitchFamily="34" charset="-122"/>
              <a:ea typeface="微软雅黑" pitchFamily="34" charset="-122"/>
            </a:endParaRPr>
          </a:p>
        </p:txBody>
      </p:sp>
      <p:sp>
        <p:nvSpPr>
          <p:cNvPr id="14"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3200" b="1" dirty="0">
                <a:solidFill>
                  <a:srgbClr val="006BA9"/>
                </a:solidFill>
                <a:latin typeface="微软雅黑" pitchFamily="34" charset="-122"/>
                <a:ea typeface="微软雅黑" pitchFamily="34" charset="-122"/>
                <a:sym typeface="宋体" charset="-122"/>
              </a:rPr>
              <a:t>【</a:t>
            </a:r>
            <a:r>
              <a:rPr lang="zh-CN" altLang="en-US" sz="3200" b="1" dirty="0">
                <a:solidFill>
                  <a:srgbClr val="006BA9"/>
                </a:solidFill>
                <a:latin typeface="微软雅黑" pitchFamily="34" charset="-122"/>
                <a:ea typeface="微软雅黑" pitchFamily="34" charset="-122"/>
                <a:sym typeface="宋体" charset="-122"/>
              </a:rPr>
              <a:t>任务</a:t>
            </a:r>
            <a:r>
              <a:rPr lang="en-US" altLang="zh-CN" sz="3200" b="1" dirty="0">
                <a:solidFill>
                  <a:srgbClr val="006BA9"/>
                </a:solidFill>
                <a:latin typeface="微软雅黑" pitchFamily="34" charset="-122"/>
                <a:ea typeface="微软雅黑" pitchFamily="34" charset="-122"/>
                <a:sym typeface="宋体" charset="-122"/>
              </a:rPr>
              <a:t>15-8】</a:t>
            </a:r>
            <a:r>
              <a:rPr lang="zh-CN" altLang="en-US" sz="3200" b="1" dirty="0">
                <a:solidFill>
                  <a:srgbClr val="006BA9"/>
                </a:solidFill>
                <a:latin typeface="微软雅黑" pitchFamily="34" charset="-122"/>
                <a:ea typeface="微软雅黑" pitchFamily="34" charset="-122"/>
                <a:sym typeface="宋体" charset="-122"/>
              </a:rPr>
              <a:t>实现删除订单功能</a:t>
            </a:r>
          </a:p>
        </p:txBody>
      </p:sp>
    </p:spTree>
    <p:custDataLst>
      <p:tags r:id="rId1"/>
    </p:custDataLst>
    <p:extLst>
      <p:ext uri="{BB962C8B-B14F-4D97-AF65-F5344CB8AC3E}">
        <p14:creationId xmlns:p14="http://schemas.microsoft.com/office/powerpoint/2010/main" val="491156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par>
                                <p:cTn id="20" presetID="22" presetClass="entr" presetSubtype="8"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513" y="2676525"/>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圆角矩形 1"/>
          <p:cNvSpPr>
            <a:spLocks noChangeArrowheads="1"/>
          </p:cNvSpPr>
          <p:nvPr/>
        </p:nvSpPr>
        <p:spPr bwMode="auto">
          <a:xfrm>
            <a:off x="2555776" y="1268760"/>
            <a:ext cx="5112568" cy="4176464"/>
          </a:xfrm>
          <a:prstGeom prst="roundRect">
            <a:avLst>
              <a:gd name="adj" fmla="val 16667"/>
            </a:avLst>
          </a:prstGeom>
          <a:noFill/>
          <a:ln w="31750">
            <a:solidFill>
              <a:srgbClr val="006BA9"/>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11" name="矩形 10"/>
          <p:cNvSpPr/>
          <p:nvPr/>
        </p:nvSpPr>
        <p:spPr>
          <a:xfrm>
            <a:off x="2738438" y="1412776"/>
            <a:ext cx="4785890" cy="3785652"/>
          </a:xfrm>
          <a:prstGeom prst="rect">
            <a:avLst/>
          </a:prstGeom>
        </p:spPr>
        <p:txBody>
          <a:bodyPr wrap="square">
            <a:spAutoFit/>
          </a:bodyPr>
          <a:lstStyle/>
          <a:p>
            <a:pPr>
              <a:lnSpc>
                <a:spcPct val="200000"/>
              </a:lnSpc>
            </a:pPr>
            <a:r>
              <a:rPr lang="en-US" altLang="zh-CN" sz="2000" dirty="0" smtClean="0"/>
              <a:t>         </a:t>
            </a:r>
            <a:r>
              <a:rPr lang="zh-CN" altLang="zh-CN" sz="2000" dirty="0" smtClean="0">
                <a:latin typeface="微软雅黑" panose="020B0503020204020204" pitchFamily="34" charset="-122"/>
                <a:ea typeface="微软雅黑" panose="020B0503020204020204" pitchFamily="34" charset="-122"/>
              </a:rPr>
              <a:t>本章</a:t>
            </a:r>
            <a:r>
              <a:rPr lang="zh-CN" altLang="zh-CN" sz="2000" dirty="0">
                <a:latin typeface="微软雅黑" panose="020B0503020204020204" pitchFamily="34" charset="-122"/>
                <a:ea typeface="微软雅黑" panose="020B0503020204020204" pitchFamily="34" charset="-122"/>
              </a:rPr>
              <a:t>主要针对传智书城项目的后台管理系统进行了详细的讲解。通过本章的学习，读者可以了解后台系统是如何与前台网站进行联系并管理前台网站的，还可以掌握后台管理系统中</a:t>
            </a:r>
            <a:r>
              <a:rPr lang="zh-CN" altLang="zh-CN" sz="2000" dirty="0">
                <a:solidFill>
                  <a:srgbClr val="00B0F0"/>
                </a:solidFill>
                <a:latin typeface="微软雅黑" panose="020B0503020204020204" pitchFamily="34" charset="-122"/>
                <a:ea typeface="微软雅黑" panose="020B0503020204020204" pitchFamily="34" charset="-122"/>
              </a:rPr>
              <a:t>商品管理</a:t>
            </a:r>
            <a:r>
              <a:rPr lang="zh-CN" altLang="zh-CN" sz="2000" dirty="0">
                <a:latin typeface="微软雅黑" panose="020B0503020204020204" pitchFamily="34" charset="-122"/>
                <a:ea typeface="微软雅黑" panose="020B0503020204020204" pitchFamily="34" charset="-122"/>
              </a:rPr>
              <a:t>、</a:t>
            </a:r>
            <a:r>
              <a:rPr lang="zh-CN" altLang="zh-CN" sz="2000" dirty="0">
                <a:solidFill>
                  <a:srgbClr val="00B0F0"/>
                </a:solidFill>
                <a:latin typeface="微软雅黑" panose="020B0503020204020204" pitchFamily="34" charset="-122"/>
                <a:ea typeface="微软雅黑" panose="020B0503020204020204" pitchFamily="34" charset="-122"/>
              </a:rPr>
              <a:t>订单管理</a:t>
            </a:r>
            <a:r>
              <a:rPr lang="zh-CN" altLang="zh-CN" sz="2000" dirty="0">
                <a:latin typeface="微软雅黑" panose="020B0503020204020204" pitchFamily="34" charset="-122"/>
                <a:ea typeface="微软雅黑" panose="020B0503020204020204" pitchFamily="34" charset="-122"/>
              </a:rPr>
              <a:t>等功能模块的实现。</a:t>
            </a:r>
          </a:p>
        </p:txBody>
      </p:sp>
      <p:sp>
        <p:nvSpPr>
          <p:cNvPr id="5" name="标题 1"/>
          <p:cNvSpPr>
            <a:spLocks noChangeArrowheads="1"/>
          </p:cNvSpPr>
          <p:nvPr/>
        </p:nvSpPr>
        <p:spPr bwMode="auto">
          <a:xfrm>
            <a:off x="1643733" y="389681"/>
            <a:ext cx="6888707"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本章小结</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68915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481013" y="1300163"/>
            <a:ext cx="7975600" cy="248887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571500" indent="-571500" eaLnBrk="1" hangingPunct="1">
              <a:buFont typeface="Wingdings" pitchFamily="2" charset="2"/>
              <a:buNone/>
            </a:pPr>
            <a:r>
              <a:rPr lang="zh-CN" altLang="en-US" sz="2400" b="1" dirty="0">
                <a:solidFill>
                  <a:srgbClr val="006BA9"/>
                </a:solidFill>
                <a:latin typeface="微软雅黑" pitchFamily="34" charset="-122"/>
                <a:ea typeface="微软雅黑" pitchFamily="34" charset="-122"/>
                <a:sym typeface="宋体" charset="-122"/>
              </a:rPr>
              <a:t>✎ </a:t>
            </a:r>
            <a:r>
              <a:rPr lang="zh-CN" altLang="en-US" sz="2400" b="1" dirty="0" smtClean="0">
                <a:solidFill>
                  <a:srgbClr val="006BA9"/>
                </a:solidFill>
                <a:latin typeface="微软雅黑" pitchFamily="34" charset="-122"/>
                <a:ea typeface="微软雅黑" pitchFamily="34" charset="-122"/>
                <a:sym typeface="宋体" charset="-122"/>
              </a:rPr>
              <a:t>本章作业 </a:t>
            </a:r>
          </a:p>
          <a:p>
            <a:pPr lvl="1">
              <a:lnSpc>
                <a:spcPct val="150000"/>
              </a:lnSpc>
              <a:defRPr/>
            </a:pPr>
            <a:r>
              <a:rPr lang="zh-CN" altLang="en-US" sz="2400" dirty="0" smtClean="0"/>
              <a:t>请</a:t>
            </a:r>
            <a:r>
              <a:rPr lang="zh-CN" altLang="zh-CN" sz="2400" dirty="0" smtClean="0"/>
              <a:t>简要描述商品</a:t>
            </a:r>
            <a:r>
              <a:rPr lang="zh-CN" altLang="zh-CN" sz="2400" dirty="0"/>
              <a:t>管理模块的设计思路和实现流程</a:t>
            </a:r>
            <a:r>
              <a:rPr lang="zh-CN" altLang="zh-CN" sz="2400" dirty="0" smtClean="0"/>
              <a:t>。</a:t>
            </a:r>
            <a:endParaRPr lang="en-US" altLang="zh-CN" sz="2400" dirty="0" smtClean="0"/>
          </a:p>
          <a:p>
            <a:pPr lvl="1">
              <a:lnSpc>
                <a:spcPct val="150000"/>
              </a:lnSpc>
              <a:defRPr/>
            </a:pPr>
            <a:r>
              <a:rPr lang="zh-CN" altLang="zh-CN" sz="2400" dirty="0" smtClean="0"/>
              <a:t>请</a:t>
            </a:r>
            <a:r>
              <a:rPr lang="zh-CN" altLang="zh-CN" sz="2400" dirty="0"/>
              <a:t>简要描述一下销量榜单下载功能的设计思路和实现流程</a:t>
            </a:r>
            <a:r>
              <a:rPr lang="zh-CN" altLang="zh-CN" sz="2400" dirty="0" smtClean="0"/>
              <a:t>。</a:t>
            </a:r>
            <a:endParaRPr lang="en-US" altLang="zh-CN" sz="2400" dirty="0" smtClean="0"/>
          </a:p>
        </p:txBody>
      </p:sp>
    </p:spTree>
    <p:custDataLst>
      <p:tags r:id="rId1"/>
    </p:custDataLst>
    <p:extLst>
      <p:ext uri="{BB962C8B-B14F-4D97-AF65-F5344CB8AC3E}">
        <p14:creationId xmlns:p14="http://schemas.microsoft.com/office/powerpoint/2010/main" val="460282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102892581"/>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3dbdb2978ba448960e07eb8d93caaa475a8d499"/>
  <p:tag name="ISPRING_ULTRA_SCORM_COURSE_ID" val="2FEDA933-6D76-4C2F-AD96-A57F7C7C4474"/>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LAYERS_CUSTOMIZATION" val="UEsDBBQAAgAIAMWLWEkYJkPyLgQAAH8OAAAdAAAAdW5pdmVyc2FsL2NvbW1vbl9tZXNzYWdlcy5sbmetl19v21QUwN8n7TtcWRqCB7INadMk0kw38W1izbEz+6Z/QMi6je8ya45vsZ2w8jQQTBQJbdIGGmNQFZUWiRHQJNBYYZ+mcbonvgLHdrIlGRC73YOlXCvnd/4fn1u8eL3joh73A0d4C9LZwhkJca8lbMdrL0hNuvjmBQkFIfNs5gqPL0iekNDF0skTRZd57S5rc/h98gRCxQ4PAjgGpfj04owce0FqlK2KXm9gbdVS9apulZWqVKqIzjrzNpAq2uL1t85fuH723Pk3iqdHclkwZh2r6jQIJaRzZzKANGroqgU0oloaWaFS6bV2+Pbsk4+jN6mqaEQqDXb2hk8eHe7dHHzzNB+iYZAlMMUF9TPPXE7TMIhGLVNVZGIppqXpNAmYSiiRpVJ075fB7d3h/t5w/+eDx58fPL4RPdwe3v8k+u3W4d5nh/1fB399+fefW/PUyAZeVrSqRXVdNS2iyeM3Umm4fyf6dmt4d3/48G5OjIFNYoCNd3affb1zBFkrKYVUPNq8ET3YzAepKdWaCg+NrXj2072DJ/18gAbRIADz/a4T08RVYpX1FUgQVMrt3Twi+iXQst0f9O/nkVolZpL/eTIaXlKqmCq6FtePQUxqKJWkeFZFF7WYh4TnbiDWaoEcWvd5zxHdAN70HP4Bt1HgOjYP8mkxyeUmlK2C1VTLVdbjKBQJcgREjofCqxy1nR4HE3yb+/N0QBtViByn53JTecdaxIpKZAvyJevLFk3aPVbGfI48ESLmuiJ2APQyu8e8FkdrvMW6AUcb8DfbsZO/rTNwO7bk/a7zIWJhah86NWo5TSYrpwrHM02hKsyPZeZ7MIJzoqYa/mVnO90APA1D3lkP53kxEYnCK7HiuH41sGn+p1NZ8nJMj2b053XHhBInBnz5oOXLjsguQepQH1KJdJjjZpdStEVQ1PB5wL2Q+0jxruTQqekjgCbQURlLEPkpE5YgIznkl0nZVGgcY74WOCGfJ5kkKs33v9dIC9YEl4f8RZ2s8SsC+t/lrAdJhPdOkBZO4QjKchXEeLLGI3ByTo8oGhjUZiGsZAhMcp0O+G9nYDbrZBzBdLxOReIVff//T09qfvTR94OdL1LsPJpJsFGpWRWsVQiU+eDWV9HvWYWgTGNjVGpaKi7H4tGjbfjyRx//GG39EG0+BecGNz8d9P/ICEw3MJksYoCOo5aQCoVCRsasRakhsBh99yAXATownjvkOeldTYQ8eG8ehOLytFxyyCI1Wl7HcnlW2CTxo/BhSnGlVofagJ3D4IHo+q35O8EkoY6NSzABkr1KKtWZfw3GBxXCzUVJ/I5HWJhP+5F2+EnA8aZw7DVVGhaW5eSWA/cb12ldS79eNmLJHIuvOy5cd7LCKjWswYiZ4XHbCXMCk6k+bnfov/Q8rrR4aXtpyD8/BclVsXh64ub4D1BLAwQUAAIACADFi1hJCswVnxYEAAALEAAAJwAAAHVuaXZlcnNhbC9mbGFzaF9wdWJsaXNoaW5nX3NldHRpbmdzLnhtbNVXUW8bRRB+969YHSpv9SVtQtJwdhUltmrhOKE+RCuEovXdxLdkb/e43bPrPhVUKoqEqISQUKiogkrCAwRUCakQ6I9BtZ03/gJzPseJY6ecVQVSWSfrZr/5dmZ29ttb6+otn5MGhIpJkTOms1MGAeFIl4l6znjHLl6cN4jSVLiUSwE5Q0iDXM1nrCCqcaa8KmiNUEWQRqiFQOcMT+tgwTSbzWaWqSCMRyWPNPKrrCN9MwhBgdAQmgGnLfzTrQCUkc9kCLES04p0Iw6EuRiCYHF0lBc5VZ5hJrAadTbroYyEuyS5DElYr+WM1+YX498hJqFaZj6IODmVR2Ns1gvUdVkcD+VVdhuIB6zuYeBzMwZpMld7OePy1KWYBuHmKE2PPEmCxjRLErMRus/vg6Yu1TR5TSbUcEurQ0NicluC+syxcYTEBcgZy/Z6tVxaLqxXVu1Cdf2avVJOYpjAyS7csCdwskt2uTAJPi39tZtrhevlUuWtdXt1tWyX1o68sKJDBbHM4YpZWFkZhQ4MCmZpL/JrgjKO3XaijAo09iunYR1sWWS4ihuUKzDIBwHU344oZ7qFbT2Fbb0JECyqABx9PV62nKHDCIwjuoQQA8O1HPTE7JVBT8zND6VuJrMfpTU2SotqTR0PmwdtvdAs87jpELYhxVBq8TupSe4OEgK/Bm6F+nBsT1Q3mSgictogG7gIHFNdDBnlBmEaU3cGziqqKc10bxcWjyMJcuFuB7JSHSmF49FQDVV8UPW48Z38exWpQb2flCIxnQbtfP1z+8FOd3+3u//T86efPX96p/PjdnfrbufXLw52Pz3Y+6X951d///EoDdVNGRE/UpqgmAQcNBDtAfkwYrdJDTZkCIQDbaDsoJ0pojhzITsRcUCVOiKlOuEgF5JNUKosF25cIFoS6jaocCYkx9UHP9BnwU8xdyFxCs5lE9xjFFgZh0YKSAthLnN7sDRpZv+HxXWoIFLwFqEOqoAiqLUNJiOFlgaDOLFeoCotn0cbENcidu67EiZ6mddxI+FkoQthGrap6UuXZ2bfmJu/spA1/7qzc/GFTn1lXOM0ni2RxqVTpTed1wkB/henF8jwiG9Rhn7cm+7IpOOPlr4EjoqEZcbiNV7LepJ7HqWs8+j7zv1n3f0vO98+TNXyT7Y7D+93Pv6h77h1t33vk/beb2l82493u78/Odi91/7mWRp8r/5pgK9z/ebJJ5VfHbEnnpT7PlW+D3bSwLrbe+29rVTzfvRd+/Hnibqkwb9LQ4HnwSsBreDRVe99VhI8vDjzGW7JV0KbTpOJl5e1/0SaXuozK9G1s5SmbDZ7Zl1w7qX/LMt7niqWvA0uRkM3Icsce+eMR3wmmI91jD9tBhfV/OzMFN6txg5lMsg2fIHPZ/4BUEsDBBQAAgAIAMWLWEkE5wPRtgIAAFMKAAAhAAAAdW5pdmVyc2FsL2ZsYXNoX3NraW5fc2V0dGluZ3MueG1slVZtT9swEP6+X1F13wl7LZNMJSidhMQGGojvTnJNrDp2ZDtl/ffzK7HbpM16Qqrvnsd3vreC5Jaw5YfZDBWccvEMShFWSaMJuhkpr+d5pxRnFwVnCpi6YFw0mM6XH3/aD8os8hyL70BM5WxwAb2bhf1MoXgf3xZGxggFb1rM9g+84hc5LraV4B0rz4ZW71sQlLCtRl7+WKzWow4okepeQZPEtL4yMo3SCpASTEjf10bOsijOgQZPl/YzkdO7Ov36A9qOSKIs7eaTkTFaiytIk3x1Y2Qcz/TtaVUWRk4TFPxVGvrls5FRKMV7EOnld1+NjDJ427X/0yOt4JVJaMo5XcR3DuW41ONnoro0cpZgHmQcna2CT499610E8l/juUdmXAWnTyavBwvBFD2nsFSiA5SFk7PJmr89dkrPByw3mEoNiFU96EkH/YQ7Ga5JdT3uD7wRVkYgr+gRr5x2DaxcvLHT1NATVqtbuyti7LsuilDAziujEHtlj/yt83qEjJQ98pmSEh4Z3R/BDy2OE2p8i301T6dfW4FhfQwJC6dgNZ4ezOTKyLVXBEzDS1hKE84LacCUDWVW50LKjmJCDO9IhRXh7JfB5Xv7GImyA4NvteHGQoooCkP9ZmPUWzqulz2n7eitaT+6X4X+ce48U3qJX8+xUrioG/2rJOczz9NTohMzz4YZZk1qOIh7tuERx/oeIzVYbEG8cE6numFcgZx6PXezNQZHWZQDlA1nGflLhtLPuiYHsdZVIxDaJtU5XE2qmuo/9UrgDcqUMGJ0TFXr6xgm710ZKXwLABZFHXrWHZyl6agiFHZAvTVS2AePvQxJ3aNj7XajHmCj4obzmkkd6RdF3ykxLjUMEF51XMMMZzm/hBXOpX1ZMvdhB/eDn2zlsMtM68XencK3UnKzth+nUCvNP5P/AFBLAwQUAAIACADFi1hJagDFHuoDAAAcDwAAJgAAAHVuaXZlcnNhbC9odG1sX3B1Ymxpc2hpbmdfc2V0dGluZ3MueG1s1Vfvb9tEGP6ev+JkNL7NbveDdsXJVLWpGpGlZTViE0LVxXexj53vjO+cLPs00JgYEmISQkJlYioaLR+goElIg8L+GLQk/ca/wHtxmi5NWxyxH0yRFfn1+z73Ps+9fmy7F69HHDVpopgURWvanrIQFb4kTARF6x1v6fSshZTGgmAuBS1aQlroYqngxmmdMxWuUa0hVSGAEWou1kUr1Dqec5xWq2UzFSfmquSpBnxl+zJy4oQqKjRNnJjjNvzpdkyVVSoUEHKz0CVJUk4RI9CCYKY7zJd1xC0ny6pj/1qQyFSQBcllgpKgXrRem503v/2cDGmRRVQYbqoEQRPWc5gQZtrBfI3doCikLAih75lzFmoxosOidXbqjIGBdGccpg+eccAGZkECGaEH+BHVmGCNs9NsQU2va7UfyEKkLXDEfA+uIMO/aC1662vVymJ5vbbildfWl71L1ayHCYq88hVvgiKv4lXLk+TnhV++ulq+XK3U3lr3VlaqXmX1oAoUHRHEdUYVc0FZmSY+HQrm6jCN6gIzDsN2SEZFNYwrx0lAPbnEYBcbmCtqoQ9iGrydYs50G6Z6Cqb6GqXxvIqpry+bbStaOkmpdQCXAUJjsJfDmTh/YTgTM7Mj1J1s9QNaR3bpYq2xH8LwQKzfmus8HdpPa0gxQs2co7rkZEioASpz4DKfMMwtxDRw84dXtVFALzEO+pvaabsh9Bg5P8SJGtFwqKMZZb/0Xk1qqt7PyGWh41K7X//cubvV293u7f705NFnTx7d7P642du41f31i73tT/d2fun8+dXff9zPA3VVpihKlUbgDjGnmiIdUvRhym6gOm3IhCJOcRN8BOJMIcUZofZEwDFW6gAU6wwDncrGulJbLF85hbREmDSx8CcEh/2kUayfBz4G7kLCEpzLFiVPQYAyPk4VRW1II4z00/LQtF/C5vpYICl4G2Ef7muFwD2bTKYKIk1GDbF+oyovXoib1GhhigeliIk+8wCeFrBYQmiSB21q+szZc+ffmJm9MGc7f93cOn1i0cDrVjk2q2Vmt3CsmearOmSp/1J0grGO1S7JJDKzScYWPfphMTC1cZNwHWMpR7tT30RfjDl173/fvfO4t/tl99t7uYb44Wb33p3uxz8MCjdudW5/0tn5LU9t58F27/eHe9u3O988zpPfVzRP4utcv3n4yFUXQO6hI+ednIvv3a08ab3Nnc7ORq51P/qu8+DzzC/y5L+LEwEO/0qk1uBhFPRf/RA8jjiLGNxkr4TbHHfj/3ejeiFmc/KrUGZFz9RsbNt+bvv68u35mQr2f9IgOxt+YIx8UbjOkd9uBYiPftGWCv8AUEsDBBQAAgAIAMWLWEkP5FkgmQEAAB0GAAAfAAAAdW5pdmVyc2FsL2h0bWxfc2tpbl9zZXR0aW5ncy5qc42UTW/CMAyG7/wKlF0nxD677YYGkyZxmDRu0w5pMaUiTaIkdDDEf18dvprWHcSX5u3T17ErZ9PploslrPvS3fhnv/8I914D1JxZwnWoixY9R51ZkU1hkuUgMgmshhSHT4/y9kRQxkx603j9iba24scUvplxYau4JiwMoVlCKwjth0qyosTfoLR9WbuSKn2Ol84p2UuUdCBdTyqTc8+wqze/qhXWYFWAOYPOeAKBaeRXG3lyfIgwqlyics3leqxS1Yt5skiNWsppW/75WoMp//hiB/Sfo9dRYCcy694d5PXEoyeMdlIbsBb2eR9HGCQseAyi4tv36x80MG4WVKOLzGbuQA9uMKq05ik0uvQ0wAgxWXo1uhlhNDkHK7cj7m4xAkLwNZiG1fAeIwCVXuoLfqA2KsWONNBmz4+oUHyayXSfuo9BcnhYtG3r3qlQf/whC0ZI1UZoToxp3nZzXDD2jhxcW8s6pmZeUKKkREUk1hRYkKdx9WsE919dxp3jyTwvb4fyaizbwM0CzEQpUR7/+9xBi6O4y9XZ/gFQSwMEFAACAAgAxYtYS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MWLWEl0Pke4XQAAAGIAAAAcAAAAdW5pdmVyc2FsL2xvY2FsX3NldHRpbmdzLnhtbBXKOw5AQBAA0N4pJtP7dQpLp9TgABMmIpmdEbvxuT26V7y6vb3AyUfYTB2WWYHAOtuy6epwGru0QgiRdCExZYdqCG2T1GIzycAxfjHALvTwMbL/ELkn/0++MG+SF1BLAwQUAAIACAB2uMN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DFi1hJcYP8DhoIAADbHQAAKQAAAHVuaXZlcnNhbC9za2luX2N1c3RvbWl6YXRpb25fc2V0dGluZ3MueG1srVlbb+PGFX7vrxioSNG+WBfqZkQrgJeRTUSiFJG2d1sUAiWNZcIUqZIjex3oIS3aIBsgSICkRZqmXWyx3S3Q1C0CtEizbX7NWt485S/0DC8WScsyubsiCJhnzvedM2fOnLm44R4bljh3qT013tGpYVsqodSwJm7zBwg1RrZpOz2HuIS6+ZXkwLDG9qlsHdpMBlKX6tZYd8Yia3WbBdTyfqhe4+tSHb7KQrmEamVcwnUk4YoIbductM2J0CaVimIjn6DweR0yIhZdz9rIx1qvA2TLJQ6VrTG53+Ti2tGmeA92HH1sgJ7brJbZswitLqQye1C5WKlV8KLEcxxXRWJFKkqFRa22XeOLCBfKlQK3EOolrsShYqVS3K4uirVShYOv1nYVWMp4u4rKtXK5JC1KuARoxPOCVBIXNW67WOTBGq5vi4tWS6gVCqhYLHJlaVGpci2hgECbAw6eq7MAchIncNUFL/DFOodaYktolRdYwlWxguolXC0UFmVB4AqFVXBXvYuGayVN3Z0wnLcQrh2Cta0st/JrkqsxmjsOKGtkOjN1SpClT8mdnEVOc0FCeskbNod+xKW+EMQM3ARsI+/9FYo9u9HEj8qRMb6TG84pta2tkW1RcGbLsp2pbuaaP/RzI/A8DdI+IU4W3KE+IitzNe+XFhbYgnyFZxNoZE9nunXWtif21lAfHU8ce26NU7l5dDYjjmlYx6Bd2K6JeKMh03CpTMk05h+usyc9bAb1yCXMvSpmTyqkqQ+JGVoseL8MuJXJ2yOSgJ4YrkE9KF9kzyboTJ+Q+ADUefZsxlhgJT5qNfbcDqLkPgV1jk3v0kZ1Uz8jTtyIXw43ouzZfJY1n2aOPWHBjuNuH+grnGlDdbEmzMMCe1KBWAeZwVSjFITN67+UUAw+k7WkMQUrMLjR4hKIPMqeMBC7nR6v3Bu0uzvdgSDv5JqiPysRm5Y/LlXr94uV6k8a+QCXkknt8O12nAt5ZJVCOi5F63fbAyDE7YGC72q55o8m9M3km5mqu6e1ZQXnmhePn15+89WLp+9d/OHbzCy9Pt4Hh0xwIvGmodrr97GiDdS2LOGBrA6UruYFr401LOWay8/+cfHxk8tnTy+f/f351x88//rd5ZePLj//9fJfH714+v6L839e/O+33//3YQpLUp8/kJWdgdbtttUBVqRQkmtePvtk+ceHl58+u/zy0+xMfV7FffD0kyff/f7xy8EHXn74DMsH7y6/eJCZZ1fe2W3DqzFfvvvbZ8+/Oc/M0cMKBCNVDDpYVfkdPBC6d2HIIIM+fpIR1X0LbD06vzj/PCPwHla9vEgBU/h9eYfX5K7CUquPVa0vi15e3bPnaKRbyLbMM6SPRoBDsMCcGPbcBcmJQU7JGLmmMSZuZkMqfnsPklrm276hI/2EIGp7rAEnMixEjwiaGCcEvHDGxElhBqaaiCU2YG/vyT8dtHi5jaUBjKDUPRhoXmFg9nQHtmg2Rbpp2qwbYFofn+jWiKAhGelzl6AzUBsbY09tpkPnmTO/mBvvIJ36LqI3gjmpSPjuG1uv7J2staHSHOiOBUU5O1usLlzv8hT2muA6LPkzeltfIvHYel2OvIbe9XhVvbFracbo1fuVcOElOqVC3uM+rJ1QEwTDzgTCHciYXBNPdcPMBJSVFpjzjsiwwXcQO7dkIlC6AYdio1eg2YexiDmyD2OUjeIAC6qssaiTIduzpgB7o+fnwfrcYScLk8Cx7Sp/huTQhhphEv0ERhbkhusn1NbL2cuaKGElZvUyWtoDIgXcmngXIQgcM40p27yno93r4DCafjmOheT17SY2mfI7sfzlny8ef+gzpyBUMd8Xdwcir4gYJsHFR79b/jsDDjKYudTW1EGbFxjD8qtHsI9Y/uqvy4d/WT74Fnp58d5vLs7/k57T395JuMUDbxhBj2xrays9TdIv3x3Ycv3pi6wkMEtZncJXZD9TbErcn6fg0XghDvU+UgKDjXIIzbhd9hIiiCavaby424GcgU1Mn7j23Bml2mFESTp8/y2oFd6mLdfs6M4x1BrNts2sRF4MWNWjmX142bNDlOOVKziLgCb3BrwkeSctOGOZxujYXwjHSEfBpQoy4ciVgU/c5RUoSQlKMjZodk5vUQhrA0xT/ztMQrYpXLdGXAlWx1c4HttzGjsNW9SxzR67R7h+cQYK7NpjaJImdeawkIRfUQ33yD7tzqlpWKR5qJsuqEVFSdUe+NBj+8eAMi5LavfJqWGNI6qBIKm3b5vzKRH93kTdiDckYaIoePdsUcSV7JrnsLcPmiKur4RJfYXcp9f0I8KkvspWzy4cJq6Bki1RZHj3IehOVJ5m6ECHWDoIwwCHX3Ed5kGb3YG5EZcCQVxzao9J09sEaMaUsOGHHGSyqMP5GzxuWFdLdodhhmdqcHRKNKyyN785fRvUoCa5Obe9fsAMjI6+971uAgQ662aAf1ebDIYvRfRsRu7k4Fihj46m7LY8hwKOOzkWTv/6+ybcLCxnrJpFkJ43m6FTr6Z7JT2TSYtV8mymbH+ubwY18tfi1MhvGqFGQHvzAFrz6ZA4GHLAIGFyxmVR7SNjcmTCS/e9k3kcdkNjFE+PgNqCg0WIiQhiaUV0Z3QUzhX/I9o+nZvUMMkJMQOdiCASms29b7gwNzanNk/b5JBGkzuQZJ4DQaFbZWJUO95wI8w7x6zF+S3ZFh2qD12v92tqVbjyrIrVmrUorNEs2aNe+YJY2q6xBbo3hb+Rjy6yUKKu/QcrKQMo8N34/9v/A1BLAwQUAAIACADFi1hJM91K5mcaAADkRQAAFwAAAHVuaXZlcnNhbC91bml2ZXJzYWwucG5n7XwLVBPXvjc9nlbbqrTH26Ko5LT09OGDV0VUSFLrA6tVqqjIKxERUo0QlZd523KvtlVMrUqwlqS+eIdRkAQSkmhRUIPEB0kIIYkejJEMSYQwiZmQyU2gx6Keb63vrnXv/e5dH6ywZs1k//b+/V97//+Z2fP9V+tip7wR+Iafn9+UL1Yt3+Dn92qmn9+E3Emvea9EMQbmew+v5GyI/dyvtmNWn/fkz4Sla5f6+V1kvTmc9qr3/PXdqxJz/Pymtvj+X2kjVWz381tB/mL50o37cGZt6qHag4nIA9qH2P2ozx4f+fbdPbF1H/1FsODSD8D8HUu/n/95eFLge+fOFP88qXhr5LehlVsqDmz7fuGtlTPjibgLWdumzbV58Pfy2qILaps6ThKUlIgcbJv/VOXNZiCRWFvXgTnZU8A3FUXpFrlaoyR77A0A3dzDlg5n+Pn+pl7or2loUtqFFnOaXe9x6zUJPqn87sM7C1OXoDLxdEhhf/UV36VG6s5DaFSmnma7ZX91BNzo2nlMDEikSx1fjpxbJN3brVRLk7Gb8Cff+W6H4kMq3jF59MvZLfN8x8tHZ2SO9HekPezNkVbbDyT6jvuDP20fgc06mfau9/DXp6YEKcVuqgY4dIdIjz52Tvhq3jTTwtyo3ojJ9b6GhUwnm7mYarsVZW0P/2mIqciqmHlHe+TqSL9hTwEPDERPO/yBWCR8W2teNYqZ8MXqPEFw+MhIkz/4RPGs+Y/nNhZE/2WE4+XPftowDvgfBiisFOgoYH+DChdNhRQJcqQXi0zoOgl31wIDcBLXlB27rcTnltO/dBuZiFENAlKG/dEpko78wzn0JrwGisThwfgx3VGWl55zsyVKkebo9BGPfC3+QGLfgogRSrPUx9M2LykabRu7MKPkxLrgUU5H187IPH/v+gjZ3dtfhAiddCtVH021qwlypN/7yYpDQ53qHDm6wPi3vSOOvj/4VET76igRienSEFgY+LE6mBVzFz6GdR6LDl1MGBFiUd0nLTW5OdWxN5VPkib0B0ifXrMxcVVX+EGRyXIq3FdujYH+PoZcdnZk67oWkNJIH7gWYI1pkI+h98j+tJfFZc4shIIzBIq/Uk/G3gockffIrpthc7U9O3fzPLcTTBGhzw09Gos920Z64NM8XX3JM5qf/PamMdTmYHocBZy7zzUX3WQOgwY2XmLrxIzR0yltRLNSMGcLdi//QBfMKlTYVot7hq4n/aPJ7CXtylVDPTnyUk/za2dgo+FtqoZZnLsvko+BOuNJ/heO7fgl8nftdr7X0i+Qus22B9C1AHyMxxj4Nchl8z3z+mCF4yceUL2CTi2Ek6hDd2JDIzv+IaLpdmz7auEMRfA9Ve8udzP1knBkcrl/vWxy/V0zaQYhNDBj7v+NZf+jztBZDUgodhgE9M6PvqDWSFpBIr1KNPv7keG3hkHKZFIpHUzWL2EumH0h7gXv/J8esBtIzQOtajxiwHPciNWDqEnIIxLHfTfU/ZfdMoVqL32tSpVPLyoX/hFbodLhQXWhP2af/fIEf7/oTfheqAHzx7AllP6Lbd3vTexiPx/M5Evzfjnw/KW8CVMvxI2N5OzmV+w7xuhWURRliGUOxaqbLI5S+qmx0N61lQ8sJxJwaeUc2uAN+8tfh7dbTqXZF6z9Q9Yy4UDZ9EzHrTDqz2Vj5NHui59c78osQa99nsonB9T0T9s5ZZWW/A9G4/3Kxijdv7T0S2Zkxt37Q7dbq2aSfkjL10+uL3+B+7UwEemA+t6CMcoxtZ7aVqKNaunf8fM43XG6/wvpCsDJ9Sy0vavJQk725mUeOCQO6x7SyDUS2uAAi9lMh1eY6PShsyi0x7nCap0j5VzzThZP7ZpUKQIgJoCjwbjLSl6SV3O6pZ+AsZ20YaO8iz5Th2FWV4XnZc1YACypK66iwit2Hk7VyVdYAcZ8thuapwTqg9JVVuuPAirwsprMP6bZuR4nVy5BIIDr2ae+sgf+lB+0EDx6XuqgSgswO0NYK1MP3IKNlCbKySqqHoqAhik4camhT3M6l0wRyykw7J4nry5X2IpZGWT4DE6gswzyVTiG01AfSnvgXT3r6SKQnSwVp79sO413gRtcpTLfX1SpLNye2NpRxagpV/yauLO/Zr0NUuGxTBTEm2QyQpconk3iYZh+PHAZ+0pjay8kWLMFJ6lCge7QCTsri/Fx6PcbdXgxMsgvxjvO4JhkLeSXjAXYgGB9aH2MGFeO4VO4snsmo/bxP1XDEn16PnrRh4rBx3evReRuhtKnlCsiNiovJC57NLhQGF5Q3dppMIcEZ7ubZ2aC6XimVRW4hY2Pm1KmMZ4wcANA+RXYCDoEMWIMp4qRgmO6GEcyXnaTtlmZonK2gRy5XflrUwydvHxnEQ8agvY3NXdspru+pVwyDa7qyviz+YAauncTVt1rQLqEqkQPzc1nl6uwBfOBnC9f9l7RjZb+JDTwmirjl1Sc8f3I68rgbOKvPKblgDowW6U/mO8GE3EfJko7YGPAlPoAN3wk62VmBTklvPBct5x4j3vRQNY8qDtwLzCdzawlEb9KJ7qbkw7Irw3y/lR8sUFStBTdzWfoptTLBKu3BG1KDrYMDoTqy/OdytehPfP0QD4Pl0nenu2mkd0UptZRwmMRnE9NZAVlFqb45SBLJZTwYoFaqfizKacD0O/nUs49HmymuKGniS0ZU86sgfbKvkpq6YO5AdDAPMUkIY0G5av0pHyykwIP1kVeCAnFkwS6tg1RN4sDN4FmxSQRQut8KzkOMAJcHKplkJjEpLUt/KeR2YMbn7fG6Y7T/X9BN7K9Do8dmIa9g0jqSWO/m4iiXZi9ez+9EoDGyNKZzkIrjyy6LOlUwWOEMXmLL3tFYlcTHAiMbb/UBOI9sLoNiwzk334lWzBSL/9XlART+3y/t6gX70h91vb+jzsbqYYTCV2VH3Fpgx3WS0OFfyjk4HafPmv4Y3q44dN7Yhb4TMGzfhqxT7fyGZVFH4zYsYH3zGC7V43Ye2fymGFHFK3g/6G092b4DFKd9Yd2l0X4DLdZM07ofxUhX44UJXXeqpczERuBhUWeNhm5TKQjJ8RyksBZ7Lp9EJNr/8afdr8nmBWz17jYmgrtwRt6t0hp7n13ABGDLmh6fghfzoe4rFhUJpduV9vS7BHLHk7wj9mNyVSCx2HylAZrBrQnJWN5qpRWVKd3dhR0MCVm3288pVxtx/OqEVRPrY9chxl+0lKA9E08/15dUFpyaDy2Npl1JnJvyFmz/WgFRAlAk8gwnKXa0tzcMWg7D7k+8eYhEKM49s+hE/phA7EEJ9UazApZLRYFsujuwagX+Qr16fzXbspiTJeCwpNDE/R3tyYXnYQ+7qEwppwGY++FyKvDGzkOxCH1mPc0MCTedO/R9x9xFjFLA1eCbsU90NxpKzbRO8FOV4XKirEHfgWSZW0bsPjXlAYD2AYbq3DZZCYkKU7jt2ph52C4EpyH6l1b+7zxRB1hyS3pU45qYi/mK0qEk0siNyvB+S2ZRSJw4NLK25ST8EVcOUe6sSVbLA2MVsXhD3RXeXNh/d2I40pZJzg/dcEc1T4hsvBNiCKb3jOlXtuGU7i6JVJIput8QanLDqoztje3f6zZxFrOe6W+9VYgHjQmy94STv4VFJarwBpmShLSpItLTNIh/MA04lepQetFky+DbLyO6VhY7EiIA7gk7dCLvXrzwTlsptgToZAVeE4DBrxHP7UMLH4lt5KBIwEcCcKfFFlWiwoXZTuNlA92TfltjbZCyMOVYTooXG/fmFp4VqdNNd9Kcl3UF7/sBzJpFT6YUHTkkIGsvSw8XCYLjqsO3MTeU+Ca/7ZSnizhfeZurrpYr2uz90GTVBm54q9LvHXK4BII1oYlk4hovlI2X6ozhyUr2oSHr0LEFP8rIOsiRmL+jjrthWCrXdKu7Npy9uHmTS3GQVtW5Drlx4lnMyqv7HVnvVUczucI3O++Hnk8BBAwroJwH2Qvts4VuacrPSktO8RuQxZPr9sgLoXakgB8XDVrB9kJ73FOB9sMWdltusCjApKxTPV8KKcasch5+n9KfJuFLf31cgzVSLD2nykHH70w0uyIdsb9CahGW/0hJiJxiK0d8lyN6Xnpp87IDA1MVcVFtet0L5uBFTN43flYGLMkf8bWUAoFujot7hesmPZ4GWowa2r2vhfmljxU+CkGMmyTcz20GekgV+9BHFxPSlT9C6xx/vW+mUftduiZSO82dKfpkeIF5uklPFLahaBMmW+yshnBFxtowTS7jesZVrf4Y2mIzRStdx5Jsx94UQFL2vM9RwFLX+RVzJPLE4yeO0DgdtAJnt4cBbw0jfGRCTgIvY2Ym8oEug5xcOiBq9OMLbvQ326OEr3UeLOrdnzBGif030xIESZjuHuxSG+pfkffxPGbXuOAccA4YBwwDhgHjAPGAeOAccA4YBwwDhgHjAPGAeOAccA4YBwwDhgHjAP+vwU8tRRIqQTK0XMFCVFnnt1yeaIAGFC/S+9BSl9f+RMCCKfkBT+7sfOtkUO19BdF6Ro/vbbqrtq5tkJzW3tYFvbcDiu/+9dHR/aLzRy51eO3KOI/uEnrn3RR50JcUo9rZNfX/t7w/7wR1Utb+omAON/eJKdb+qdxn15VL/NH59rvF/rrFkF7FG0JKAK9WQtMGNnYdlHXJswyLazCr3H2E7DU82gejo8jkN2WLP1KiNjE1vz9xEE1G0fp609gGBK6/e1lVSwBxmJRjcATBn57M7Sna+Jc3fyGcgVQ74IAhayHz3tSZXLAEdxD1cLBMFdfHFPo9iMJ4UYRXp5Hf/Qpd7EKTQIDmAMBcom9ARCDfUxHAbPAHi21RRuD6EN3CtBcqlFN4NJdOZ7O+DhxLxnUsylNkE1pcuwiN5HoYLJ1n25wSIZIcEOEh9nNrKG9KOf12Fa8MY/n4V4VDWBxBzFzkDLaLN/unHXQfalowHFDcz+eC290Ld5Sze7DFZBMjuFs7BPbzZb+rNTLYK+FgVatn6Dyd9/2L2Wlam0Ci9SDFKB5K7UUStF+QyzjYWwHs0cyy7GSbiH+yJM75e4euRjdoXzaNIw7jvIMoKS7NwKqahSYBxqKjQruocBokCyTqwBNH3K4p8gRLk5xJ4FmFddAQWDIUkx1r3JRNOzFR6IMvT6b51dNfBgz/KTFrH/dUeWKqckD6hMgKjMKdTzPkMZ3/Zp9yKLKqQis2/nXahTxsQmXyVspzl5QHbuqtu0CJZlNpqbg6TpVMAGddKm1C3bmN9e8LWEAJmNkWaiUILsgak5xk7cELU1dZoTv8LDDLdieI6JDh5DDs2CMSXVhmEZpgiNDmRyrIox6OLYb/2j9wDNizOQ6l+g+J497sMGSZ69BJudyDy6bnul/aXiunj17A7ErmUUMGPhO3VupP2a2pk4pgXrzwwBuKCuTN5A7YyXxfgqubB4zaOdQDwZuQMiwWPxYfv209SwDx1x3TzZ/ghneUaAR046bzuhiHRJV9s02r5NfNsfr0y+5qPd1edxDo+PqmAKJvibN/nPx0RqqLgn9/h73d9fWFX0jOxvR5BDqRRkl2iPHIZu5MbGYjZ9Hqqc6F9B8HiK09taFsjES8LEkyPpvFjqQB+SE5lpneuNGU41AULxTUpesNabzqKXiatKO2/SQ2pth1LWyVUo0KSv6ME8xPUEedTMowUF14KbWazWhB9QyUOdIciwJgHxbaMwy/EqHxMu5UbzOgN2t6MOgiFrwl2/lDHu92dg7Z3K96tLh7VrbuxBQjh+KiLypdNj7JYKPHZvp0d9C0yVIUD00ZNC8cxxylKRWs/GSdz5LlHiI6Cxy8qE+avs65spaFybEtdcKhbkmMp9MJOCRQbacw0SchbF3RsS5l1e6nv+7RH0nCZwdHkvBHKH8hpdi+d/X4OENrsVNNY5dJdp8tTE11gE21com10cKQ/TH8qtbJQas8FLX1MyemRC59pu9TnGl/lAGjfegnoHfuQjfasuo4KHYr+S4l0D5ykJC0WlQpT5yltgnv/6e9SySgjOkk4EDaj1i1mOovo11tAbPr9Knh6Rf4xf2jShJM5WuJ2pdr3l9yU7uO88+Mqif23RDKJf52J1BdnVyj1pse2ccUBOrjhJnNIfUuVXXA2SCsK7VJJaoHKOCeH+6GXHV98xWLhmHXp1HhmEs0nCYL5PxmNbitxs4OOy6swS3pCAu9KCERTkl66KeZGUEHgSqXZR5eZdxdEgRje8jGLHWoHDXw2NxHCzAwbj9t3ldTahS21tnkn5hXdPKcJtHbUg3Ub/PZ1qj/6Y1Zng9In5vqTWKWPKqpckCXuycJFqA3tAguXZFGMoYOGTe1y22Nphl7POUU2siO3BGz9tmXZQ3aARr6P53LFaaar3/DyaOpITDLFXxpL1BsKPHklOvFHdULh5y3QrM/IZa66LUxEpDFB93i9v/foafnu1lpQwVVRTHPq7FlsH2Nxwm5iXfNmK1ZPAEcImpj+60IharxL3/V7PNZOXIpJ90o7/eQdFuYLJ50hZlIZcvr77IxwmC9m8kEVzDsscYrNcZvzSptvhfFj7uTcT4a/U37oFKm0mlKeqElkDkpIX7RTykPZfL9S6ajUYh0GZYfyFvd/krl5CzW0ET80vTWwWxfKqeqGGHagpTWFd5jj2l3jARk7y8sllxdFO8We+orULWiRDBCuL0FE4CE+BJ9Uo9thre4y7o7MtbI97lLqX0+TbA6Ri6iOshCpm2WtqbD3xayaI6I1Vtm84OUQIq8MYN7kBl8C6KFp41L0u6aZsbZssTxEUUdXbyoo3uk30Y7LSWebvleXjWGtDz4HGN5+C5bsT/TtKIKfs6L2KGmBdWj5oRLZSCqSuKvgffvoBkixDqI9gqlJ1dxP4mXJxddBTcs9d9/zy8B/1IWXhm5/1UnOMtrZHgNfc5Bg8i4lZ2GVRNMVKGGJLLgHpc9oyv74EhhY7BxTUoMIcfI8WgZIXXqmCnNvBrkVx+NSz6qYDpEtTHBpEfDkcReJzNchA3cZ/AAu6pPJLhGF6Blh7JdDd2ilNGI4KddyJY+7v6LFZKwsXh2fyVV7Knp1Yt9U5p8p9wBTNwxJIeJLWhVVbVenPIYZaZRsyYstndDeZcuERneDXzTZ4L/AJI5p7KaObJ1XYnZC9+UOCu6AEf+9S06+xKFXyLev+biR0Y+A6LQ+9PR1EP+jOfthCwtk+xOUjEa0nXvbY+P/Sd+hqMj33MwQsdYq9rZszzhGrt6y8FoKu8RvetoEH+6KGvXA6xrOpWBRIkmsyUnV3IfpsfNNDE2E50i3NmTPT6k4w38QYkrcOHxoeKDp+EFpqyFJoaI+qMa9i7lB1LMarCxNlNHUb7EpP8S4fz5PTMKBzZcKLet5UIi8ITT0ivf4R13rCxK9k8VZ/u3ScTtKrevR+Ak/Ll+iQEXwtfpDJGlffFbOv5JT2y6clYJZaEl/w+6/X2lXOzPZKCTZFPFV81Dpfyk7BMF9APoN75GSdY2UpxZlyukRIALt6lgPFqfOuNatPvgZFea1KlSO3mQk6xSZUqRaCvf8YViCM7ZbUT+yC91doq2NdVhf3U6x7bSrQVsVcZTwpRtLZJ0WOIps9WnYc8T3JNxKxKhFtjyVg94pBNh6G2pDYpQnaiblkMIscU36o2+H0c7Yw7Wn+6OJaSL08O+lsSU9/PwYqzK1Wix1al7OxyQfCjjDzuKe+a9yF0cR1rAw9vXBG81xcTKUOLa/CePBSadhSuv0vP/ktL/03fo4HI/Df4vcTBeCwUT2DC5UyKPc4zFNcTwRxuY9KQ+XMbt8yutYCGOV5z1w1LKYoVngkb8OmySUlYXC5tzSjXmiX9qVpZ/qg2DQ0q3EzPVIp3Dbnlm6XPIYc7uScsOcemZyaYsKZN+vj86Gbl1iGf1xtNRo3R00oablUD7m6goQUVhY9aObhOq5JtysWzzq/UZ+TyTPj4CuCi18+aKkwgjxp9aHQVfgcKzwJxtaNuhsE7byZ0Sx2lP1lsdV5H/MR5ly3pZOBCetEzM/VvagGCmcC0E+SoOeKgVPDBHc17AIfPOElpHIxDHsZJQEPjbOF7PxWYJLjaMy5KSqf08wsIY3FqpA43BITX5Fmp3vCWdR+5vuaZmH05XFeKq0Aaf4e+TilULX6HiwyVa+Q3MmZkJozkf5Nrz88cvGk3MPrbGDX0xdmS7O8elgoBdrU3k1CZ0jwQc1+NtGHpJg/thNVz17sWWPJCes+s55twklGZcP7Y4d0uhzT+Nh3jG+FVbyjdvqL/bWtaSWp4O6dsTH8vZibgeTZuidoapfkdGdr85HOXs/GNlv7VDt5kE3V19sFmSjecQZtbqOHNfJ9c7rPwEW/uC2G8gZwfj5nqm1+4MO6MVj/BUetK8aWUBfIY25eupsY5Xs9pw9gv2rEIlMCEEkisfd7EyQZ6T6/4M57MTkcJYqOWjxqx05HSJ/nQWiaj4dmnBvf4yo7o2b3WE1FrHeQtII4gtzzSu4CYdp3yYJY3b9yFf/pbQEdshfnJz8NDXj9Uo5AHKP5ZVJTGl3U2E//1YSnjQQDjtJvS9APVDdA6NbWOO17V/d41VSFdrHWX7maZXBX53MIGyklLnqOCYRXJr5yu9Q3iIdyvI9pDPYOhXPrTFlT2xK514l3idQ7+fk+8nmrADbMSxLeqx3Atves4JW7n5M9hvS8J8G/1FiXUmZ4nqYZpjiISrXeYeguBAQ8l+moIxnkjjiP9crQ3X4HTxaVs7dC1qWWWHeVhG1WAFRczHbzZsqspgbVIFDCV/C/JU3iQOxPEP6hFCc72k9xKUqlnrg6KOTtSt/Y1rXV1bUrNi7M1LWr31mWV++C+cjlm8CjrFy3T47Z+FVdtzButxH6c/n8q7ERWqt6Fc00e8/IQkCcY+/IQb3Fr9fDlfx4pHS3Va+2Seg839tZIgx5qw7XNxpZdENZjw5rfHAXRG66EiNHtm32P7sp1vleVnBh9VYmwO4VIdUs7OhDUciYh7YK7DPFd/2LFuuW1n2/99t8BUEsDBBQAAgAIAMWLWEmJd2BCSgAAAGsAAAAbAAAAdW5pdmVyc2FsL3VuaXZlcnNhbC5wbmcueG1ss7GvyM1RKEstKs7Mz7NVMtQzULK34+WyKShKLctMLVeoAIoBBSFASaESyDVCcMszU0oygEIGFgYIwYzUzPSMElslC0OEoD7QTABQSwECAAAUAAIACADFi1hJGCZD8i4EAAB/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R7hdAAAAYgAAABwAAAAAAAAAAQAAAAAAnxIAAHVuaXZlcnNhbC9sb2NhbF9zZXR0aW5ncy54bWxQSwECAAAUAAIACAB2uMNEzoIJN+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
  <p:tag name="ISPRING_PRESENTATION_TITLE" val="第15章 传智书城后台程序设计"/>
</p:tagLst>
</file>

<file path=ppt/tags/tag2.xml><?xml version="1.0" encoding="utf-8"?>
<p:tagLst xmlns:a="http://schemas.openxmlformats.org/drawingml/2006/main" xmlns:r="http://schemas.openxmlformats.org/officeDocument/2006/relationships" xmlns:p="http://schemas.openxmlformats.org/presentationml/2006/main">
  <p:tag name="GENSWF_SLIDE_TITLE" val="第15章 传智书城后台程序设计"/>
  <p:tag name="GENSWF_ADVANCE_TIME" val="0.00"/>
  <p:tag name="ISPRING_SLIDE_INDENT_LEVEL" val="0"/>
  <p:tag name="ISPRING_CUSTOM_TIMING_USED" val="0"/>
</p:tagLst>
</file>

<file path=ppt/tags/tag3.xml><?xml version="1.0" encoding="utf-8"?>
<p:tagLst xmlns:a="http://schemas.openxmlformats.org/drawingml/2006/main" xmlns:r="http://schemas.openxmlformats.org/officeDocument/2006/relationships" xmlns:p="http://schemas.openxmlformats.org/presentationml/2006/main">
  <p:tag name="GENSWF_SLIDE_TITLE" val="作业点评"/>
  <p:tag name="GENSWF_ADVANCE_TIME" val="0.00"/>
  <p:tag name="ISPRING_SLIDE_INDENT_LEVEL" val="0"/>
  <p:tag name="ISPRING_CUSTOM_TIMING_USED" val="0"/>
</p:tagLst>
</file>

<file path=ppt/tags/tag4.xml><?xml version="1.0" encoding="utf-8"?>
<p:tagLst xmlns:a="http://schemas.openxmlformats.org/drawingml/2006/main" xmlns:r="http://schemas.openxmlformats.org/officeDocument/2006/relationships" xmlns:p="http://schemas.openxmlformats.org/presentationml/2006/main">
  <p:tag name="GENSWF_SLIDE_TITLE" val="预习检查"/>
  <p:tag name="GENSWF_ADVANCE_TIME" val="0.00"/>
  <p:tag name="ISPRING_SLIDE_INDENT_LEVEL" val="0"/>
  <p:tag name="ISPRING_CUSTOM_TIMING_USED" val="0"/>
</p:tagLst>
</file>

<file path=ppt/tags/tag5.xml><?xml version="1.0" encoding="utf-8"?>
<p:tagLst xmlns:a="http://schemas.openxmlformats.org/drawingml/2006/main" xmlns:r="http://schemas.openxmlformats.org/officeDocument/2006/relationships" xmlns:p="http://schemas.openxmlformats.org/presentationml/2006/main">
  <p:tag name="GENSWF_SLIDE_TITLE" val="学习目标"/>
  <p:tag name="GENSWF_ADVANCE_TIME" val="0.00"/>
  <p:tag name="ISPRING_SLIDE_INDENT_LEVEL" val="0"/>
  <p:tag name="ISPRING_CUSTOM_TIMING_USED" val="0"/>
</p:tagLst>
</file>

<file path=ppt/tags/tag6.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7.xml><?xml version="1.0" encoding="utf-8"?>
<p:tagLst xmlns:a="http://schemas.openxmlformats.org/drawingml/2006/main" xmlns:r="http://schemas.openxmlformats.org/officeDocument/2006/relationships" xmlns:p="http://schemas.openxmlformats.org/presentationml/2006/main">
  <p:tag name="GENSWF_SLIDE_TITLE" val="后台管理系统概述"/>
  <p:tag name="GENSWF_ADVANCE_TIME" val="0.00"/>
  <p:tag name="ISPRING_SLIDE_INDENT_LEVEL" val="0"/>
  <p:tag name="ISPRING_CUSTOM_TIMING_USED" val="0"/>
</p:tagLst>
</file>

<file path=ppt/tags/tag8.xml><?xml version="1.0" encoding="utf-8"?>
<p:tagLst xmlns:a="http://schemas.openxmlformats.org/drawingml/2006/main" xmlns:r="http://schemas.openxmlformats.org/officeDocument/2006/relationships" xmlns:p="http://schemas.openxmlformats.org/presentationml/2006/main">
  <p:tag name="GENSWF_SLIDE_TITLE" val="后台管理系统概述"/>
  <p:tag name="GENSWF_ADVANCE_TIME" val="0.00"/>
  <p:tag name="ISPRING_SLIDE_INDENT_LEVEL" val="0"/>
  <p:tag name="ISPRING_CUSTOM_TIMING_USED" val="0"/>
</p:tagLst>
</file>

<file path=ppt/tags/tag9.xml><?xml version="1.0" encoding="utf-8"?>
<p:tagLst xmlns:a="http://schemas.openxmlformats.org/drawingml/2006/main" xmlns:r="http://schemas.openxmlformats.org/officeDocument/2006/relationships" xmlns:p="http://schemas.openxmlformats.org/presentationml/2006/main">
  <p:tag name="GENSWF_SLIDE_TITLE" val="后台管理系统概述"/>
  <p:tag name="GENSWF_ADVANCE_TIME" val="0.00"/>
  <p:tag name="ISPRING_SLIDE_INDENT_LEVEL" val="0"/>
  <p:tag name="ISPRING_CUSTOM_TIMING_USED" val="0"/>
</p:tagLst>
</file>

<file path=ppt/tags/tag10.xml><?xml version="1.0" encoding="utf-8"?>
<p:tagLst xmlns:a="http://schemas.openxmlformats.org/drawingml/2006/main" xmlns:r="http://schemas.openxmlformats.org/officeDocument/2006/relationships" xmlns:p="http://schemas.openxmlformats.org/presentationml/2006/main">
  <p:tag name="GENSWF_SLIDE_TITLE" val="后台管理系统概述"/>
  <p:tag name="GENSWF_ADVANCE_TIME" val="0.00"/>
  <p:tag name="ISPRING_SLIDE_INDENT_LEVEL" val="0"/>
  <p:tag name="ISPRING_CUSTOM_TIMING_USED" val="0"/>
</p:tagLst>
</file>

<file path=ppt/tags/tag11.xml><?xml version="1.0" encoding="utf-8"?>
<p:tagLst xmlns:a="http://schemas.openxmlformats.org/drawingml/2006/main" xmlns:r="http://schemas.openxmlformats.org/officeDocument/2006/relationships" xmlns:p="http://schemas.openxmlformats.org/presentationml/2006/main">
  <p:tag name="GENSWF_SLIDE_TITLE" val="后台管理系统概述"/>
  <p:tag name="GENSWF_ADVANCE_TIME" val="0.00"/>
  <p:tag name="ISPRING_SLIDE_INDENT_LEVEL" val="0"/>
  <p:tag name="ISPRING_CUSTOM_TIMING_USED" val="0"/>
</p:tagLst>
</file>

<file path=ppt/tags/tag12.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3.xml><?xml version="1.0" encoding="utf-8"?>
<p:tagLst xmlns:a="http://schemas.openxmlformats.org/drawingml/2006/main" xmlns:r="http://schemas.openxmlformats.org/officeDocument/2006/relationships" xmlns:p="http://schemas.openxmlformats.org/presentationml/2006/main">
  <p:tag name="GENSWF_SLIDE_TITLE" val="【任务15-1】实现查询商品列表功能"/>
  <p:tag name="GENSWF_ADVANCE_TIME" val="0.00"/>
  <p:tag name="ISPRING_SLIDE_INDENT_LEVEL" val="0"/>
  <p:tag name="ISPRING_CUSTOM_TIMING_USED" val="0"/>
</p:tagLst>
</file>

<file path=ppt/tags/tag14.xml><?xml version="1.0" encoding="utf-8"?>
<p:tagLst xmlns:a="http://schemas.openxmlformats.org/drawingml/2006/main" xmlns:r="http://schemas.openxmlformats.org/officeDocument/2006/relationships" xmlns:p="http://schemas.openxmlformats.org/presentationml/2006/main">
  <p:tag name="GENSWF_SLIDE_TITLE" val="【任务15-2】实现添加商品信息功能"/>
  <p:tag name="GENSWF_ADVANCE_TIME" val="0.00"/>
  <p:tag name="ISPRING_SLIDE_INDENT_LEVEL" val="0"/>
  <p:tag name="ISPRING_CUSTOM_TIMING_USED" val="0"/>
</p:tagLst>
</file>

<file path=ppt/tags/tag15.xml><?xml version="1.0" encoding="utf-8"?>
<p:tagLst xmlns:a="http://schemas.openxmlformats.org/drawingml/2006/main" xmlns:r="http://schemas.openxmlformats.org/officeDocument/2006/relationships" xmlns:p="http://schemas.openxmlformats.org/presentationml/2006/main">
  <p:tag name="GENSWF_SLIDE_TITLE" val="【任务15-2】实现添加商品信息功能"/>
  <p:tag name="GENSWF_ADVANCE_TIME" val="0.00"/>
  <p:tag name="ISPRING_SLIDE_INDENT_LEVEL" val="0"/>
  <p:tag name="ISPRING_CUSTOM_TIMING_USED" val="0"/>
</p:tagLst>
</file>

<file path=ppt/tags/tag16.xml><?xml version="1.0" encoding="utf-8"?>
<p:tagLst xmlns:a="http://schemas.openxmlformats.org/drawingml/2006/main" xmlns:r="http://schemas.openxmlformats.org/officeDocument/2006/relationships" xmlns:p="http://schemas.openxmlformats.org/presentationml/2006/main">
  <p:tag name="GENSWF_SLIDE_TITLE" val="【任务15-3】实现编辑商品信息功能"/>
  <p:tag name="GENSWF_ADVANCE_TIME" val="0.00"/>
  <p:tag name="ISPRING_SLIDE_INDENT_LEVEL" val="0"/>
  <p:tag name="ISPRING_CUSTOM_TIMING_USED" val="0"/>
</p:tagLst>
</file>

<file path=ppt/tags/tag17.xml><?xml version="1.0" encoding="utf-8"?>
<p:tagLst xmlns:a="http://schemas.openxmlformats.org/drawingml/2006/main" xmlns:r="http://schemas.openxmlformats.org/officeDocument/2006/relationships" xmlns:p="http://schemas.openxmlformats.org/presentationml/2006/main">
  <p:tag name="GENSWF_SLIDE_TITLE" val="【任务15-4】实现删除商品信息功能"/>
  <p:tag name="GENSWF_ADVANCE_TIME" val="0.00"/>
  <p:tag name="ISPRING_SLIDE_INDENT_LEVEL" val="0"/>
  <p:tag name="ISPRING_CUSTOM_TIMING_USED" val="0"/>
</p:tagLst>
</file>

<file path=ppt/tags/tag18.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9.xml><?xml version="1.0" encoding="utf-8"?>
<p:tagLst xmlns:a="http://schemas.openxmlformats.org/drawingml/2006/main" xmlns:r="http://schemas.openxmlformats.org/officeDocument/2006/relationships" xmlns:p="http://schemas.openxmlformats.org/presentationml/2006/main">
  <p:tag name="GENSWF_SLIDE_TITLE" val="【任务15-5】实现销售榜单下载功能"/>
  <p:tag name="GENSWF_ADVANCE_TIME" val="0.00"/>
  <p:tag name="ISPRING_SLIDE_INDENT_LEVEL" val="0"/>
  <p:tag name="ISPRING_CUSTOM_TIMING_USED" val="0"/>
</p:tagLst>
</file>

<file path=ppt/tags/tag20.xml><?xml version="1.0" encoding="utf-8"?>
<p:tagLst xmlns:a="http://schemas.openxmlformats.org/drawingml/2006/main" xmlns:r="http://schemas.openxmlformats.org/officeDocument/2006/relationships" xmlns:p="http://schemas.openxmlformats.org/presentationml/2006/main">
  <p:tag name="GENSWF_SLIDE_TITLE" val="【任务15-5】实现销售榜单下载功能"/>
  <p:tag name="GENSWF_ADVANCE_TIME" val="0.00"/>
  <p:tag name="ISPRING_SLIDE_INDENT_LEVEL" val="0"/>
  <p:tag name="ISPRING_CUSTOM_TIMING_USED" val="0"/>
</p:tagLst>
</file>

<file path=ppt/tags/tag21.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22.xml><?xml version="1.0" encoding="utf-8"?>
<p:tagLst xmlns:a="http://schemas.openxmlformats.org/drawingml/2006/main" xmlns:r="http://schemas.openxmlformats.org/officeDocument/2006/relationships" xmlns:p="http://schemas.openxmlformats.org/presentationml/2006/main">
  <p:tag name="GENSWF_SLIDE_TITLE" val="订单管理模块简介"/>
  <p:tag name="GENSWF_ADVANCE_TIME" val="0.00"/>
  <p:tag name="ISPRING_SLIDE_INDENT_LEVEL" val="0"/>
  <p:tag name="ISPRING_CUSTOM_TIMING_USED" val="0"/>
</p:tagLst>
</file>

<file path=ppt/tags/tag23.xml><?xml version="1.0" encoding="utf-8"?>
<p:tagLst xmlns:a="http://schemas.openxmlformats.org/drawingml/2006/main" xmlns:r="http://schemas.openxmlformats.org/officeDocument/2006/relationships" xmlns:p="http://schemas.openxmlformats.org/presentationml/2006/main">
  <p:tag name="GENSWF_SLIDE_TITLE" val="【任务15-6】实现查询订单列表功能"/>
  <p:tag name="GENSWF_ADVANCE_TIME" val="0.00"/>
  <p:tag name="ISPRING_SLIDE_INDENT_LEVEL" val="0"/>
  <p:tag name="ISPRING_CUSTOM_TIMING_USED" val="0"/>
</p:tagLst>
</file>

<file path=ppt/tags/tag24.xml><?xml version="1.0" encoding="utf-8"?>
<p:tagLst xmlns:a="http://schemas.openxmlformats.org/drawingml/2006/main" xmlns:r="http://schemas.openxmlformats.org/officeDocument/2006/relationships" xmlns:p="http://schemas.openxmlformats.org/presentationml/2006/main">
  <p:tag name="GENSWF_SLIDE_TITLE" val="【任务15-7】实现查看订单详情功能"/>
  <p:tag name="GENSWF_ADVANCE_TIME" val="0.00"/>
  <p:tag name="ISPRING_SLIDE_INDENT_LEVEL" val="0"/>
  <p:tag name="ISPRING_CUSTOM_TIMING_USED" val="0"/>
</p:tagLst>
</file>

<file path=ppt/tags/tag25.xml><?xml version="1.0" encoding="utf-8"?>
<p:tagLst xmlns:a="http://schemas.openxmlformats.org/drawingml/2006/main" xmlns:r="http://schemas.openxmlformats.org/officeDocument/2006/relationships" xmlns:p="http://schemas.openxmlformats.org/presentationml/2006/main">
  <p:tag name="GENSWF_SLIDE_TITLE" val="【任务15-8】实现删除订单功能"/>
  <p:tag name="GENSWF_ADVANCE_TIME" val="0.00"/>
  <p:tag name="ISPRING_SLIDE_INDENT_LEVEL" val="0"/>
  <p:tag name="ISPRING_CUSTOM_TIMING_USED" val="0"/>
</p:tagLst>
</file>

<file path=ppt/tags/tag26.xml><?xml version="1.0" encoding="utf-8"?>
<p:tagLst xmlns:a="http://schemas.openxmlformats.org/drawingml/2006/main" xmlns:r="http://schemas.openxmlformats.org/officeDocument/2006/relationships" xmlns:p="http://schemas.openxmlformats.org/presentationml/2006/main">
  <p:tag name="GENSWF_SLIDE_TITLE" val="本章小结"/>
  <p:tag name="GENSWF_ADVANCE_TIME" val="0.00"/>
  <p:tag name="ISPRING_SLIDE_INDENT_LEVEL" val="0"/>
  <p:tag name="ISPRING_CUSTOM_TIMING_USED" val="0"/>
</p:tagLst>
</file>

<file path=ppt/tags/tag27.xml><?xml version="1.0" encoding="utf-8"?>
<p:tagLst xmlns:a="http://schemas.openxmlformats.org/drawingml/2006/main" xmlns:r="http://schemas.openxmlformats.org/officeDocument/2006/relationships" xmlns:p="http://schemas.openxmlformats.org/presentationml/2006/main">
  <p:tag name="GENSWF_SLIDE_TITLE" val="作业"/>
  <p:tag name="GENSWF_ADVANCE_TIME" val="0.00"/>
  <p:tag name="ISPRING_SLIDE_INDENT_LEVEL" val="0"/>
  <p:tag name="ISPRING_CUSTOM_TIMING_USED" val="0"/>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5955</TotalTime>
  <Words>1858</Words>
  <Application>Microsoft Office PowerPoint</Application>
  <PresentationFormat>全屏显示(4:3)</PresentationFormat>
  <Paragraphs>198</Paragraphs>
  <Slides>27</Slides>
  <Notes>27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29" baseType="lpstr">
      <vt:lpstr>Office 主题​​</vt:lpstr>
      <vt:lpstr>Visio</vt:lpstr>
      <vt:lpstr>Java Web程序设计任务教程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第15章 传智书城后台程序设计</dc:title>
  <dc:creator>admin</dc:creator>
  <cp:lastModifiedBy>石荣新</cp:lastModifiedBy>
  <cp:revision>375</cp:revision>
  <dcterms:created xsi:type="dcterms:W3CDTF">2015-06-29T07:19:00Z</dcterms:created>
  <dcterms:modified xsi:type="dcterms:W3CDTF">2018-01-09T09:42:55Z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